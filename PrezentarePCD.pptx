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9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1" r:id="rId7"/>
    <p:sldId id="263" r:id="rId8"/>
    <p:sldId id="262" r:id="rId9"/>
    <p:sldId id="264" r:id="rId10"/>
    <p:sldId id="265" r:id="rId11"/>
    <p:sldId id="268" r:id="rId12"/>
    <p:sldId id="267" r:id="rId13"/>
  </p:sldIdLst>
  <p:sldSz cx="18288000" cy="10287000"/>
  <p:notesSz cx="6858000" cy="9144000"/>
  <p:embeddedFontLst>
    <p:embeddedFont>
      <p:font typeface="Inclusive Sans" panose="020B0604020202020204" charset="0"/>
      <p:regular r:id="rId15"/>
      <p:bold r:id="rId16"/>
      <p:italic r:id="rId17"/>
      <p:boldItalic r:id="rId18"/>
    </p:embeddedFont>
    <p:embeddedFont>
      <p:font typeface="Merriweather Sans" pitchFamily="2" charset="-18"/>
      <p:regular r:id="rId19"/>
      <p:bold r:id="rId20"/>
      <p:italic r:id="rId21"/>
      <p:boldItalic r:id="rId22"/>
    </p:embeddedFont>
    <p:embeddedFont>
      <p:font typeface="Merriweather Sans Light" pitchFamily="2" charset="-18"/>
      <p:regular r:id="rId23"/>
      <p:bold r:id="rId24"/>
      <p:italic r:id="rId25"/>
      <p:boldItalic r:id="rId26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1CF2951D-F056-4EE1-9A8E-40653F2748D4}">
  <a:tblStyle styleId="{1CF2951D-F056-4EE1-9A8E-40653F2748D4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/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56" d="100"/>
          <a:sy n="56" d="100"/>
        </p:scale>
        <p:origin x="610" y="96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font" Target="fonts/font4.fntdata"/><Relationship Id="rId26" Type="http://schemas.openxmlformats.org/officeDocument/2006/relationships/font" Target="fonts/font12.fntdata"/><Relationship Id="rId3" Type="http://schemas.openxmlformats.org/officeDocument/2006/relationships/slide" Target="slides/slide2.xml"/><Relationship Id="rId21" Type="http://schemas.openxmlformats.org/officeDocument/2006/relationships/font" Target="fonts/font7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3.fntdata"/><Relationship Id="rId25" Type="http://schemas.openxmlformats.org/officeDocument/2006/relationships/font" Target="fonts/font11.fntdata"/><Relationship Id="rId2" Type="http://schemas.openxmlformats.org/officeDocument/2006/relationships/slide" Target="slides/slide1.xml"/><Relationship Id="rId16" Type="http://schemas.openxmlformats.org/officeDocument/2006/relationships/font" Target="fonts/font2.fntdata"/><Relationship Id="rId20" Type="http://schemas.openxmlformats.org/officeDocument/2006/relationships/font" Target="fonts/font6.fntdata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10.fntdata"/><Relationship Id="rId5" Type="http://schemas.openxmlformats.org/officeDocument/2006/relationships/slide" Target="slides/slide4.xml"/><Relationship Id="rId15" Type="http://schemas.openxmlformats.org/officeDocument/2006/relationships/font" Target="fonts/font1.fntdata"/><Relationship Id="rId23" Type="http://schemas.openxmlformats.org/officeDocument/2006/relationships/font" Target="fonts/font9.fntdata"/><Relationship Id="rId28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font" Target="fonts/font5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Relationship Id="rId22" Type="http://schemas.openxmlformats.org/officeDocument/2006/relationships/font" Target="fonts/font8.fntdata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6" name="Google Shape;76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9" name="Google Shape;89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3" name="Google Shape;113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2" name="Google Shape;132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2" name="Google Shape;142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p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0" name="Google Shape;170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2" name="Google Shape;212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Google Shape;200;p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1" name="Google Shape;201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0" name="Google Shape;290;p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91" name="Google Shape;291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2" name="Google Shape;312;p1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13" name="Google Shape;313;p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0" name="Google Shape;350;p1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1" name="Google Shape;351;p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" name="Google Shape;13;p2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4" name="Google Shape;14;p2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bg>
      <p:bgPr>
        <a:solidFill>
          <a:srgbClr val="1B0D39"/>
        </a:solidFill>
        <a:effectLst/>
      </p:bgPr>
    </p:bg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Google Shape;16;p3"/>
          <p:cNvPicPr preferRelativeResize="0"/>
          <p:nvPr/>
        </p:nvPicPr>
        <p:blipFill rotWithShape="1">
          <a:blip r:embed="rId2">
            <a:alphaModFix/>
          </a:blip>
          <a:srcRect l="7201"/>
          <a:stretch/>
        </p:blipFill>
        <p:spPr>
          <a:xfrm>
            <a:off x="1" y="0"/>
            <a:ext cx="7980601" cy="10287000"/>
          </a:xfrm>
          <a:prstGeom prst="rect">
            <a:avLst/>
          </a:prstGeom>
          <a:noFill/>
          <a:ln>
            <a:noFill/>
          </a:ln>
        </p:spPr>
      </p:pic>
      <p:sp>
        <p:nvSpPr>
          <p:cNvPr id="17" name="Google Shape;17;p3"/>
          <p:cNvSpPr txBox="1">
            <a:spLocks noGrp="1"/>
          </p:cNvSpPr>
          <p:nvPr>
            <p:ph type="title"/>
          </p:nvPr>
        </p:nvSpPr>
        <p:spPr>
          <a:xfrm>
            <a:off x="9042750" y="1408986"/>
            <a:ext cx="8229600" cy="454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R="0" lvl="0">
              <a:spcBef>
                <a:spcPts val="0"/>
              </a:spcBef>
              <a:spcAft>
                <a:spcPts val="0"/>
              </a:spcAft>
              <a:buClr>
                <a:srgbClr val="F9F6FF"/>
              </a:buClr>
              <a:buSzPts val="10000"/>
              <a:buFont typeface="Merriweather Sans"/>
              <a:buNone/>
              <a:defRPr sz="10000" i="0" u="none" strike="noStrike" cap="none">
                <a:solidFill>
                  <a:srgbClr val="F9F6FF"/>
                </a:solidFill>
                <a:latin typeface="Merriweather Sans"/>
                <a:ea typeface="Merriweather Sans"/>
                <a:cs typeface="Merriweather Sans"/>
                <a:sym typeface="Merriweather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rgbClr val="F9F6FF"/>
              </a:buClr>
              <a:buSzPts val="1400"/>
              <a:buNone/>
              <a:defRPr sz="1800">
                <a:solidFill>
                  <a:srgbClr val="F9F6FF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rgbClr val="F9F6FF"/>
              </a:buClr>
              <a:buSzPts val="1400"/>
              <a:buNone/>
              <a:defRPr sz="1800">
                <a:solidFill>
                  <a:srgbClr val="F9F6FF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rgbClr val="F9F6FF"/>
              </a:buClr>
              <a:buSzPts val="1400"/>
              <a:buNone/>
              <a:defRPr sz="1800">
                <a:solidFill>
                  <a:srgbClr val="F9F6FF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rgbClr val="F9F6FF"/>
              </a:buClr>
              <a:buSzPts val="1400"/>
              <a:buNone/>
              <a:defRPr sz="1800">
                <a:solidFill>
                  <a:srgbClr val="F9F6FF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rgbClr val="F9F6FF"/>
              </a:buClr>
              <a:buSzPts val="1400"/>
              <a:buNone/>
              <a:defRPr sz="1800">
                <a:solidFill>
                  <a:srgbClr val="F9F6FF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rgbClr val="F9F6FF"/>
              </a:buClr>
              <a:buSzPts val="1400"/>
              <a:buNone/>
              <a:defRPr sz="1800">
                <a:solidFill>
                  <a:srgbClr val="F9F6FF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rgbClr val="F9F6FF"/>
              </a:buClr>
              <a:buSzPts val="1400"/>
              <a:buNone/>
              <a:defRPr sz="1800">
                <a:solidFill>
                  <a:srgbClr val="F9F6FF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rgbClr val="F9F6FF"/>
              </a:buClr>
              <a:buSzPts val="1400"/>
              <a:buNone/>
              <a:defRPr sz="1800">
                <a:solidFill>
                  <a:srgbClr val="F9F6FF"/>
                </a:solidFill>
              </a:defRPr>
            </a:lvl9pPr>
          </a:lstStyle>
          <a:p>
            <a:endParaRPr/>
          </a:p>
        </p:txBody>
      </p:sp>
      <p:sp>
        <p:nvSpPr>
          <p:cNvPr id="18" name="Google Shape;18;p3"/>
          <p:cNvSpPr txBox="1">
            <a:spLocks noGrp="1"/>
          </p:cNvSpPr>
          <p:nvPr>
            <p:ph type="body" idx="1"/>
          </p:nvPr>
        </p:nvSpPr>
        <p:spPr>
          <a:xfrm>
            <a:off x="9042750" y="6730900"/>
            <a:ext cx="8229600" cy="1809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342900" algn="l">
              <a:spcBef>
                <a:spcPts val="640"/>
              </a:spcBef>
              <a:spcAft>
                <a:spcPts val="0"/>
              </a:spcAft>
              <a:buClr>
                <a:srgbClr val="F9F6FF"/>
              </a:buClr>
              <a:buSzPts val="1800"/>
              <a:buFont typeface="Inclusive Sans"/>
              <a:buChar char="•"/>
              <a:defRPr sz="1800" i="0" u="none" strike="noStrike" cap="none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defRPr>
            </a:lvl1pPr>
            <a:lvl2pPr marL="914400" marR="0" lvl="1" indent="-342900" algn="l">
              <a:spcBef>
                <a:spcPts val="560"/>
              </a:spcBef>
              <a:spcAft>
                <a:spcPts val="0"/>
              </a:spcAft>
              <a:buClr>
                <a:srgbClr val="F9F6FF"/>
              </a:buClr>
              <a:buSzPts val="1800"/>
              <a:buFont typeface="Inclusive Sans"/>
              <a:buChar char="–"/>
              <a:defRPr sz="1800" i="0" u="none" strike="noStrike" cap="none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defRPr>
            </a:lvl2pPr>
            <a:lvl3pPr marL="1371600" marR="0" lvl="2" indent="-342900" algn="l">
              <a:spcBef>
                <a:spcPts val="480"/>
              </a:spcBef>
              <a:spcAft>
                <a:spcPts val="0"/>
              </a:spcAft>
              <a:buClr>
                <a:srgbClr val="F9F6FF"/>
              </a:buClr>
              <a:buSzPts val="1800"/>
              <a:buFont typeface="Inclusive Sans"/>
              <a:buChar char="•"/>
              <a:defRPr sz="1800" i="0" u="none" strike="noStrike" cap="none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defRPr>
            </a:lvl3pPr>
            <a:lvl4pPr marL="1828800" marR="0" lvl="3" indent="-342900" algn="l">
              <a:spcBef>
                <a:spcPts val="400"/>
              </a:spcBef>
              <a:spcAft>
                <a:spcPts val="0"/>
              </a:spcAft>
              <a:buClr>
                <a:srgbClr val="F9F6FF"/>
              </a:buClr>
              <a:buSzPts val="1800"/>
              <a:buFont typeface="Inclusive Sans"/>
              <a:buChar char="–"/>
              <a:defRPr sz="1800" i="0" u="none" strike="noStrike" cap="none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defRPr>
            </a:lvl4pPr>
            <a:lvl5pPr marL="2286000" marR="0" lvl="4" indent="-342900" algn="l">
              <a:spcBef>
                <a:spcPts val="400"/>
              </a:spcBef>
              <a:spcAft>
                <a:spcPts val="0"/>
              </a:spcAft>
              <a:buClr>
                <a:srgbClr val="F9F6FF"/>
              </a:buClr>
              <a:buSzPts val="1800"/>
              <a:buFont typeface="Inclusive Sans"/>
              <a:buChar char="»"/>
              <a:defRPr sz="1800" i="0" u="none" strike="noStrike" cap="none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defRPr>
            </a:lvl5pPr>
            <a:lvl6pPr marL="2743200" marR="0" lvl="5" indent="-342900" algn="l">
              <a:spcBef>
                <a:spcPts val="400"/>
              </a:spcBef>
              <a:spcAft>
                <a:spcPts val="0"/>
              </a:spcAft>
              <a:buClr>
                <a:srgbClr val="F9F6FF"/>
              </a:buClr>
              <a:buSzPts val="1800"/>
              <a:buFont typeface="Inclusive Sans"/>
              <a:buChar char="•"/>
              <a:defRPr sz="1800" i="0" u="none" strike="noStrike" cap="none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defRPr>
            </a:lvl6pPr>
            <a:lvl7pPr marL="3200400" marR="0" lvl="6" indent="-342900" algn="l">
              <a:spcBef>
                <a:spcPts val="400"/>
              </a:spcBef>
              <a:spcAft>
                <a:spcPts val="0"/>
              </a:spcAft>
              <a:buClr>
                <a:srgbClr val="F9F6FF"/>
              </a:buClr>
              <a:buSzPts val="1800"/>
              <a:buFont typeface="Inclusive Sans"/>
              <a:buChar char="•"/>
              <a:defRPr sz="1800" i="0" u="none" strike="noStrike" cap="none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defRPr>
            </a:lvl7pPr>
            <a:lvl8pPr marL="3657600" marR="0" lvl="7" indent="-342900" algn="l">
              <a:spcBef>
                <a:spcPts val="400"/>
              </a:spcBef>
              <a:spcAft>
                <a:spcPts val="0"/>
              </a:spcAft>
              <a:buClr>
                <a:srgbClr val="F9F6FF"/>
              </a:buClr>
              <a:buSzPts val="1800"/>
              <a:buFont typeface="Inclusive Sans"/>
              <a:buChar char="•"/>
              <a:defRPr sz="1800" i="0" u="none" strike="noStrike" cap="none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defRPr>
            </a:lvl8pPr>
            <a:lvl9pPr marL="4114800" marR="0" lvl="8" indent="-342900" algn="l">
              <a:spcBef>
                <a:spcPts val="400"/>
              </a:spcBef>
              <a:spcAft>
                <a:spcPts val="0"/>
              </a:spcAft>
              <a:buClr>
                <a:srgbClr val="F9F6FF"/>
              </a:buClr>
              <a:buSzPts val="1800"/>
              <a:buFont typeface="Inclusive Sans"/>
              <a:buChar char="•"/>
              <a:defRPr sz="1800" i="0" u="none" strike="noStrike" cap="none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Google Shape;20;p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-27075" y="-26750"/>
            <a:ext cx="18342149" cy="10331000"/>
          </a:xfrm>
          <a:prstGeom prst="rect">
            <a:avLst/>
          </a:prstGeom>
          <a:noFill/>
          <a:ln>
            <a:noFill/>
          </a:ln>
        </p:spPr>
      </p:pic>
      <p:sp>
        <p:nvSpPr>
          <p:cNvPr id="21" name="Google Shape;21;p4"/>
          <p:cNvSpPr txBox="1">
            <a:spLocks noGrp="1"/>
          </p:cNvSpPr>
          <p:nvPr>
            <p:ph type="title"/>
          </p:nvPr>
        </p:nvSpPr>
        <p:spPr>
          <a:xfrm>
            <a:off x="545200" y="2993078"/>
            <a:ext cx="8229600" cy="343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R="0" lvl="0">
              <a:spcBef>
                <a:spcPts val="0"/>
              </a:spcBef>
              <a:spcAft>
                <a:spcPts val="0"/>
              </a:spcAft>
              <a:buSzPts val="10000"/>
              <a:buFont typeface="Merriweather Sans"/>
              <a:buNone/>
              <a:defRPr sz="10000" i="0" u="none" strike="noStrike" cap="none">
                <a:latin typeface="Merriweather Sans"/>
                <a:ea typeface="Merriweather Sans"/>
                <a:cs typeface="Merriweather Sans"/>
                <a:sym typeface="Merriweather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22" name="Google Shape;22;p4"/>
          <p:cNvSpPr txBox="1">
            <a:spLocks noGrp="1"/>
          </p:cNvSpPr>
          <p:nvPr>
            <p:ph type="body" idx="1"/>
          </p:nvPr>
        </p:nvSpPr>
        <p:spPr>
          <a:xfrm>
            <a:off x="10313075" y="1861175"/>
            <a:ext cx="6959400" cy="667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342900" algn="l">
              <a:spcBef>
                <a:spcPts val="640"/>
              </a:spcBef>
              <a:spcAft>
                <a:spcPts val="0"/>
              </a:spcAft>
              <a:buSzPts val="1800"/>
              <a:buFont typeface="Inclusive Sans"/>
              <a:buChar char="•"/>
              <a:defRPr sz="1800" i="0" u="none" strike="noStrike" cap="none">
                <a:latin typeface="Inclusive Sans"/>
                <a:ea typeface="Inclusive Sans"/>
                <a:cs typeface="Inclusive Sans"/>
                <a:sym typeface="Inclusive Sans"/>
              </a:defRPr>
            </a:lvl1pPr>
            <a:lvl2pPr marL="914400" marR="0" lvl="1" indent="-342900" algn="l">
              <a:spcBef>
                <a:spcPts val="560"/>
              </a:spcBef>
              <a:spcAft>
                <a:spcPts val="0"/>
              </a:spcAft>
              <a:buSzPts val="1800"/>
              <a:buFont typeface="Inclusive Sans"/>
              <a:buChar char="–"/>
              <a:defRPr sz="1800" i="0" u="none" strike="noStrike" cap="none">
                <a:latin typeface="Inclusive Sans"/>
                <a:ea typeface="Inclusive Sans"/>
                <a:cs typeface="Inclusive Sans"/>
                <a:sym typeface="Inclusive Sans"/>
              </a:defRPr>
            </a:lvl2pPr>
            <a:lvl3pPr marL="1371600" marR="0" lvl="2" indent="-342900" algn="l">
              <a:spcBef>
                <a:spcPts val="480"/>
              </a:spcBef>
              <a:spcAft>
                <a:spcPts val="0"/>
              </a:spcAft>
              <a:buSzPts val="1800"/>
              <a:buFont typeface="Inclusive Sans"/>
              <a:buChar char="•"/>
              <a:defRPr sz="1800" i="0" u="none" strike="noStrike" cap="none">
                <a:latin typeface="Inclusive Sans"/>
                <a:ea typeface="Inclusive Sans"/>
                <a:cs typeface="Inclusive Sans"/>
                <a:sym typeface="Inclusive Sans"/>
              </a:defRPr>
            </a:lvl3pPr>
            <a:lvl4pPr marL="1828800" marR="0" lvl="3" indent="-342900" algn="l">
              <a:spcBef>
                <a:spcPts val="400"/>
              </a:spcBef>
              <a:spcAft>
                <a:spcPts val="0"/>
              </a:spcAft>
              <a:buSzPts val="1800"/>
              <a:buFont typeface="Inclusive Sans"/>
              <a:buChar char="–"/>
              <a:defRPr sz="1800" i="0" u="none" strike="noStrike" cap="none">
                <a:latin typeface="Inclusive Sans"/>
                <a:ea typeface="Inclusive Sans"/>
                <a:cs typeface="Inclusive Sans"/>
                <a:sym typeface="Inclusive Sans"/>
              </a:defRPr>
            </a:lvl4pPr>
            <a:lvl5pPr marL="2286000" marR="0" lvl="4" indent="-342900" algn="l">
              <a:spcBef>
                <a:spcPts val="400"/>
              </a:spcBef>
              <a:spcAft>
                <a:spcPts val="0"/>
              </a:spcAft>
              <a:buSzPts val="1800"/>
              <a:buFont typeface="Inclusive Sans"/>
              <a:buChar char="»"/>
              <a:defRPr sz="1800" i="0" u="none" strike="noStrike" cap="none">
                <a:latin typeface="Inclusive Sans"/>
                <a:ea typeface="Inclusive Sans"/>
                <a:cs typeface="Inclusive Sans"/>
                <a:sym typeface="Inclusive Sans"/>
              </a:defRPr>
            </a:lvl5pPr>
            <a:lvl6pPr marL="2743200" marR="0" lvl="5" indent="-342900" algn="l">
              <a:spcBef>
                <a:spcPts val="400"/>
              </a:spcBef>
              <a:spcAft>
                <a:spcPts val="0"/>
              </a:spcAft>
              <a:buSzPts val="1800"/>
              <a:buFont typeface="Inclusive Sans"/>
              <a:buChar char="•"/>
              <a:defRPr sz="1800" i="0" u="none" strike="noStrike" cap="none">
                <a:latin typeface="Inclusive Sans"/>
                <a:ea typeface="Inclusive Sans"/>
                <a:cs typeface="Inclusive Sans"/>
                <a:sym typeface="Inclusive Sans"/>
              </a:defRPr>
            </a:lvl6pPr>
            <a:lvl7pPr marL="3200400" marR="0" lvl="6" indent="-342900" algn="l">
              <a:spcBef>
                <a:spcPts val="400"/>
              </a:spcBef>
              <a:spcAft>
                <a:spcPts val="0"/>
              </a:spcAft>
              <a:buSzPts val="1800"/>
              <a:buFont typeface="Inclusive Sans"/>
              <a:buChar char="•"/>
              <a:defRPr sz="1800" i="0" u="none" strike="noStrike" cap="none">
                <a:latin typeface="Inclusive Sans"/>
                <a:ea typeface="Inclusive Sans"/>
                <a:cs typeface="Inclusive Sans"/>
                <a:sym typeface="Inclusive Sans"/>
              </a:defRPr>
            </a:lvl7pPr>
            <a:lvl8pPr marL="3657600" marR="0" lvl="7" indent="-342900" algn="l">
              <a:spcBef>
                <a:spcPts val="400"/>
              </a:spcBef>
              <a:spcAft>
                <a:spcPts val="0"/>
              </a:spcAft>
              <a:buSzPts val="1800"/>
              <a:buFont typeface="Inclusive Sans"/>
              <a:buChar char="•"/>
              <a:defRPr sz="1800" i="0" u="none" strike="noStrike" cap="none">
                <a:latin typeface="Inclusive Sans"/>
                <a:ea typeface="Inclusive Sans"/>
                <a:cs typeface="Inclusive Sans"/>
                <a:sym typeface="Inclusive Sans"/>
              </a:defRPr>
            </a:lvl8pPr>
            <a:lvl9pPr marL="4114800" marR="0" lvl="8" indent="-342900" algn="l">
              <a:spcBef>
                <a:spcPts val="400"/>
              </a:spcBef>
              <a:spcAft>
                <a:spcPts val="0"/>
              </a:spcAft>
              <a:buSzPts val="1800"/>
              <a:buFont typeface="Inclusive Sans"/>
              <a:buChar char="•"/>
              <a:defRPr sz="1800" i="0" u="none" strike="noStrike" cap="none">
                <a:latin typeface="Inclusive Sans"/>
                <a:ea typeface="Inclusive Sans"/>
                <a:cs typeface="Inclusive Sans"/>
                <a:sym typeface="Inclusive Sans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4" name="Google Shape;24;p5"/>
          <p:cNvGrpSpPr/>
          <p:nvPr/>
        </p:nvGrpSpPr>
        <p:grpSpPr>
          <a:xfrm>
            <a:off x="-1633480" y="2465538"/>
            <a:ext cx="10036504" cy="5756817"/>
            <a:chOff x="0" y="0"/>
            <a:chExt cx="7981950" cy="4578350"/>
          </a:xfrm>
        </p:grpSpPr>
        <p:sp>
          <p:nvSpPr>
            <p:cNvPr id="25" name="Google Shape;25;p5"/>
            <p:cNvSpPr/>
            <p:nvPr/>
          </p:nvSpPr>
          <p:spPr>
            <a:xfrm>
              <a:off x="765810" y="21590"/>
              <a:ext cx="6451600" cy="4326890"/>
            </a:xfrm>
            <a:custGeom>
              <a:avLst/>
              <a:gdLst/>
              <a:ahLst/>
              <a:cxnLst/>
              <a:rect l="l" t="t" r="r" b="b"/>
              <a:pathLst>
                <a:path w="6451600" h="4326890" extrusionOk="0">
                  <a:moveTo>
                    <a:pt x="6224270" y="0"/>
                  </a:moveTo>
                  <a:lnTo>
                    <a:pt x="226060" y="0"/>
                  </a:lnTo>
                  <a:cubicBezTo>
                    <a:pt x="101600" y="0"/>
                    <a:pt x="0" y="101600"/>
                    <a:pt x="0" y="226060"/>
                  </a:cubicBezTo>
                  <a:lnTo>
                    <a:pt x="0" y="4326890"/>
                  </a:lnTo>
                  <a:lnTo>
                    <a:pt x="6451601" y="4326890"/>
                  </a:lnTo>
                  <a:lnTo>
                    <a:pt x="6451601" y="226060"/>
                  </a:lnTo>
                  <a:cubicBezTo>
                    <a:pt x="6450331" y="101600"/>
                    <a:pt x="6348731" y="0"/>
                    <a:pt x="6224270" y="0"/>
                  </a:cubicBezTo>
                  <a:close/>
                  <a:moveTo>
                    <a:pt x="6252210" y="4043680"/>
                  </a:moveTo>
                  <a:lnTo>
                    <a:pt x="196851" y="4043680"/>
                  </a:lnTo>
                  <a:lnTo>
                    <a:pt x="196851" y="255270"/>
                  </a:lnTo>
                  <a:lnTo>
                    <a:pt x="6252210" y="255270"/>
                  </a:lnTo>
                  <a:lnTo>
                    <a:pt x="6252210" y="4043680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" name="Google Shape;26;p5"/>
            <p:cNvSpPr/>
            <p:nvPr/>
          </p:nvSpPr>
          <p:spPr>
            <a:xfrm>
              <a:off x="0" y="0"/>
              <a:ext cx="7981950" cy="4542790"/>
            </a:xfrm>
            <a:custGeom>
              <a:avLst/>
              <a:gdLst/>
              <a:ahLst/>
              <a:cxnLst/>
              <a:rect l="l" t="t" r="r" b="b"/>
              <a:pathLst>
                <a:path w="7981950" h="4542790" extrusionOk="0">
                  <a:moveTo>
                    <a:pt x="7239000" y="4348480"/>
                  </a:moveTo>
                  <a:lnTo>
                    <a:pt x="7239000" y="243840"/>
                  </a:lnTo>
                  <a:cubicBezTo>
                    <a:pt x="7239000" y="109220"/>
                    <a:pt x="7129780" y="0"/>
                    <a:pt x="6995160" y="0"/>
                  </a:cubicBezTo>
                  <a:lnTo>
                    <a:pt x="985520" y="0"/>
                  </a:lnTo>
                  <a:cubicBezTo>
                    <a:pt x="852170" y="0"/>
                    <a:pt x="742950" y="109220"/>
                    <a:pt x="742950" y="243840"/>
                  </a:cubicBezTo>
                  <a:lnTo>
                    <a:pt x="742950" y="4349750"/>
                  </a:lnTo>
                  <a:lnTo>
                    <a:pt x="0" y="4349750"/>
                  </a:lnTo>
                  <a:lnTo>
                    <a:pt x="0" y="4447540"/>
                  </a:lnTo>
                  <a:cubicBezTo>
                    <a:pt x="0" y="4500880"/>
                    <a:pt x="43180" y="4542790"/>
                    <a:pt x="95250" y="4542790"/>
                  </a:cubicBezTo>
                  <a:lnTo>
                    <a:pt x="7886700" y="4542790"/>
                  </a:lnTo>
                  <a:cubicBezTo>
                    <a:pt x="7940040" y="4542790"/>
                    <a:pt x="7981950" y="4499610"/>
                    <a:pt x="7981950" y="4447540"/>
                  </a:cubicBezTo>
                  <a:lnTo>
                    <a:pt x="7981950" y="4349750"/>
                  </a:lnTo>
                  <a:lnTo>
                    <a:pt x="7239000" y="4349750"/>
                  </a:lnTo>
                  <a:close/>
                  <a:moveTo>
                    <a:pt x="4519930" y="4348480"/>
                  </a:moveTo>
                  <a:lnTo>
                    <a:pt x="4519930" y="4349750"/>
                  </a:lnTo>
                  <a:cubicBezTo>
                    <a:pt x="4519930" y="4403090"/>
                    <a:pt x="4476750" y="4445000"/>
                    <a:pt x="4424680" y="4445000"/>
                  </a:cubicBezTo>
                  <a:lnTo>
                    <a:pt x="3557270" y="4445000"/>
                  </a:lnTo>
                  <a:cubicBezTo>
                    <a:pt x="3503930" y="4445000"/>
                    <a:pt x="3462020" y="4401820"/>
                    <a:pt x="3462020" y="4349750"/>
                  </a:cubicBezTo>
                  <a:lnTo>
                    <a:pt x="3462020" y="4348480"/>
                  </a:lnTo>
                  <a:lnTo>
                    <a:pt x="765810" y="4348480"/>
                  </a:lnTo>
                  <a:lnTo>
                    <a:pt x="765810" y="247650"/>
                  </a:lnTo>
                  <a:cubicBezTo>
                    <a:pt x="765810" y="123190"/>
                    <a:pt x="867410" y="21590"/>
                    <a:pt x="991870" y="21590"/>
                  </a:cubicBezTo>
                  <a:lnTo>
                    <a:pt x="6990080" y="21590"/>
                  </a:lnTo>
                  <a:cubicBezTo>
                    <a:pt x="7114539" y="21590"/>
                    <a:pt x="7216139" y="123190"/>
                    <a:pt x="7216139" y="247650"/>
                  </a:cubicBezTo>
                  <a:lnTo>
                    <a:pt x="7216139" y="4348480"/>
                  </a:lnTo>
                  <a:lnTo>
                    <a:pt x="4519930" y="4348480"/>
                  </a:lnTo>
                  <a:close/>
                </a:path>
              </a:pathLst>
            </a:custGeom>
            <a:solidFill>
              <a:srgbClr val="E9E9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" name="Google Shape;27;p5"/>
            <p:cNvSpPr/>
            <p:nvPr/>
          </p:nvSpPr>
          <p:spPr>
            <a:xfrm>
              <a:off x="3460750" y="4349750"/>
              <a:ext cx="1059180" cy="96520"/>
            </a:xfrm>
            <a:custGeom>
              <a:avLst/>
              <a:gdLst/>
              <a:ahLst/>
              <a:cxnLst/>
              <a:rect l="l" t="t" r="r" b="b"/>
              <a:pathLst>
                <a:path w="1059180" h="96520" extrusionOk="0">
                  <a:moveTo>
                    <a:pt x="96520" y="96520"/>
                  </a:moveTo>
                  <a:lnTo>
                    <a:pt x="963930" y="96520"/>
                  </a:lnTo>
                  <a:cubicBezTo>
                    <a:pt x="1017270" y="96520"/>
                    <a:pt x="1059180" y="53340"/>
                    <a:pt x="1059180" y="1270"/>
                  </a:cubicBezTo>
                  <a:lnTo>
                    <a:pt x="1059180" y="0"/>
                  </a:lnTo>
                  <a:lnTo>
                    <a:pt x="0" y="0"/>
                  </a:lnTo>
                  <a:lnTo>
                    <a:pt x="0" y="1270"/>
                  </a:lnTo>
                  <a:cubicBezTo>
                    <a:pt x="0" y="53340"/>
                    <a:pt x="43180" y="96520"/>
                    <a:pt x="96520" y="96520"/>
                  </a:cubicBezTo>
                  <a:close/>
                </a:path>
              </a:pathLst>
            </a:custGeom>
            <a:solidFill>
              <a:srgbClr val="CCCCC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" name="Google Shape;28;p5"/>
            <p:cNvSpPr/>
            <p:nvPr/>
          </p:nvSpPr>
          <p:spPr>
            <a:xfrm>
              <a:off x="163830" y="4542790"/>
              <a:ext cx="7654290" cy="35560"/>
            </a:xfrm>
            <a:custGeom>
              <a:avLst/>
              <a:gdLst/>
              <a:ahLst/>
              <a:cxnLst/>
              <a:rect l="l" t="t" r="r" b="b"/>
              <a:pathLst>
                <a:path w="7654290" h="35560" extrusionOk="0">
                  <a:moveTo>
                    <a:pt x="0" y="0"/>
                  </a:moveTo>
                  <a:cubicBezTo>
                    <a:pt x="0" y="20320"/>
                    <a:pt x="16510" y="35560"/>
                    <a:pt x="35560" y="35560"/>
                  </a:cubicBezTo>
                  <a:lnTo>
                    <a:pt x="7618730" y="35560"/>
                  </a:lnTo>
                  <a:cubicBezTo>
                    <a:pt x="7639050" y="35560"/>
                    <a:pt x="7654290" y="19050"/>
                    <a:pt x="7654290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CCCCC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9" name="Google Shape;29;p5"/>
          <p:cNvGrpSpPr/>
          <p:nvPr/>
        </p:nvGrpSpPr>
        <p:grpSpPr>
          <a:xfrm>
            <a:off x="0" y="-325489"/>
            <a:ext cx="18288118" cy="706493"/>
            <a:chOff x="0" y="-85725"/>
            <a:chExt cx="4816592" cy="186071"/>
          </a:xfrm>
        </p:grpSpPr>
        <p:sp>
          <p:nvSpPr>
            <p:cNvPr id="30" name="Google Shape;30;p5"/>
            <p:cNvSpPr/>
            <p:nvPr/>
          </p:nvSpPr>
          <p:spPr>
            <a:xfrm>
              <a:off x="0" y="0"/>
              <a:ext cx="4816592" cy="100346"/>
            </a:xfrm>
            <a:custGeom>
              <a:avLst/>
              <a:gdLst/>
              <a:ahLst/>
              <a:cxnLst/>
              <a:rect l="l" t="t" r="r" b="b"/>
              <a:pathLst>
                <a:path w="4816592" h="100346" extrusionOk="0">
                  <a:moveTo>
                    <a:pt x="0" y="0"/>
                  </a:moveTo>
                  <a:lnTo>
                    <a:pt x="4816592" y="0"/>
                  </a:lnTo>
                  <a:lnTo>
                    <a:pt x="4816592" y="100346"/>
                  </a:lnTo>
                  <a:lnTo>
                    <a:pt x="0" y="100346"/>
                  </a:lnTo>
                  <a:close/>
                </a:path>
              </a:pathLst>
            </a:custGeom>
            <a:gradFill>
              <a:gsLst>
                <a:gs pos="0">
                  <a:srgbClr val="8C52FF"/>
                </a:gs>
                <a:gs pos="100000">
                  <a:srgbClr val="FFFFFF">
                    <a:alpha val="11372"/>
                  </a:srgbClr>
                </a:gs>
              </a:gsLst>
              <a:lin ang="0" scaled="0"/>
            </a:gradFill>
            <a:ln>
              <a:noFill/>
            </a:ln>
          </p:spPr>
        </p:sp>
        <p:sp>
          <p:nvSpPr>
            <p:cNvPr id="31" name="Google Shape;31;p5"/>
            <p:cNvSpPr txBox="1"/>
            <p:nvPr/>
          </p:nvSpPr>
          <p:spPr>
            <a:xfrm>
              <a:off x="0" y="-85725"/>
              <a:ext cx="4816500" cy="186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2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2" name="Google Shape;32;p5"/>
          <p:cNvSpPr txBox="1">
            <a:spLocks noGrp="1"/>
          </p:cNvSpPr>
          <p:nvPr>
            <p:ph type="title"/>
          </p:nvPr>
        </p:nvSpPr>
        <p:spPr>
          <a:xfrm>
            <a:off x="9042750" y="1762292"/>
            <a:ext cx="8229600" cy="2443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R="0" lvl="0">
              <a:spcBef>
                <a:spcPts val="0"/>
              </a:spcBef>
              <a:spcAft>
                <a:spcPts val="0"/>
              </a:spcAft>
              <a:buClr>
                <a:srgbClr val="A477FF"/>
              </a:buClr>
              <a:buSzPts val="7000"/>
              <a:buFont typeface="Merriweather Sans"/>
              <a:buNone/>
              <a:defRPr sz="7000" i="0" u="none" strike="noStrike" cap="none">
                <a:solidFill>
                  <a:srgbClr val="A477FF"/>
                </a:solidFill>
                <a:latin typeface="Merriweather Sans"/>
                <a:ea typeface="Merriweather Sans"/>
                <a:cs typeface="Merriweather Sans"/>
                <a:sym typeface="Merriweather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rgbClr val="F9F6FF"/>
              </a:buClr>
              <a:buSzPts val="1400"/>
              <a:buNone/>
              <a:defRPr sz="1800">
                <a:solidFill>
                  <a:srgbClr val="F9F6FF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rgbClr val="F9F6FF"/>
              </a:buClr>
              <a:buSzPts val="1400"/>
              <a:buNone/>
              <a:defRPr sz="1800">
                <a:solidFill>
                  <a:srgbClr val="F9F6FF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rgbClr val="F9F6FF"/>
              </a:buClr>
              <a:buSzPts val="1400"/>
              <a:buNone/>
              <a:defRPr sz="1800">
                <a:solidFill>
                  <a:srgbClr val="F9F6FF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rgbClr val="F9F6FF"/>
              </a:buClr>
              <a:buSzPts val="1400"/>
              <a:buNone/>
              <a:defRPr sz="1800">
                <a:solidFill>
                  <a:srgbClr val="F9F6FF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rgbClr val="F9F6FF"/>
              </a:buClr>
              <a:buSzPts val="1400"/>
              <a:buNone/>
              <a:defRPr sz="1800">
                <a:solidFill>
                  <a:srgbClr val="F9F6FF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rgbClr val="F9F6FF"/>
              </a:buClr>
              <a:buSzPts val="1400"/>
              <a:buNone/>
              <a:defRPr sz="1800">
                <a:solidFill>
                  <a:srgbClr val="F9F6FF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rgbClr val="F9F6FF"/>
              </a:buClr>
              <a:buSzPts val="1400"/>
              <a:buNone/>
              <a:defRPr sz="1800">
                <a:solidFill>
                  <a:srgbClr val="F9F6FF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rgbClr val="F9F6FF"/>
              </a:buClr>
              <a:buSzPts val="1400"/>
              <a:buNone/>
              <a:defRPr sz="1800">
                <a:solidFill>
                  <a:srgbClr val="F9F6FF"/>
                </a:solidFill>
              </a:defRPr>
            </a:lvl9pPr>
          </a:lstStyle>
          <a:p>
            <a:endParaRPr/>
          </a:p>
        </p:txBody>
      </p:sp>
      <p:sp>
        <p:nvSpPr>
          <p:cNvPr id="33" name="Google Shape;33;p5"/>
          <p:cNvSpPr txBox="1">
            <a:spLocks noGrp="1"/>
          </p:cNvSpPr>
          <p:nvPr>
            <p:ph type="body" idx="1"/>
          </p:nvPr>
        </p:nvSpPr>
        <p:spPr>
          <a:xfrm>
            <a:off x="9042750" y="4597188"/>
            <a:ext cx="8229600" cy="429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342900" algn="l">
              <a:spcBef>
                <a:spcPts val="640"/>
              </a:spcBef>
              <a:spcAft>
                <a:spcPts val="0"/>
              </a:spcAft>
              <a:buClr>
                <a:srgbClr val="F9F6FF"/>
              </a:buClr>
              <a:buSzPts val="1800"/>
              <a:buFont typeface="Inclusive Sans"/>
              <a:buChar char="•"/>
              <a:defRPr sz="1800" i="0" u="none" strike="noStrike" cap="none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defRPr>
            </a:lvl1pPr>
            <a:lvl2pPr marL="914400" marR="0" lvl="1" indent="-342900" algn="l">
              <a:spcBef>
                <a:spcPts val="560"/>
              </a:spcBef>
              <a:spcAft>
                <a:spcPts val="0"/>
              </a:spcAft>
              <a:buClr>
                <a:srgbClr val="F9F6FF"/>
              </a:buClr>
              <a:buSzPts val="1800"/>
              <a:buFont typeface="Inclusive Sans"/>
              <a:buChar char="–"/>
              <a:defRPr sz="1800" i="0" u="none" strike="noStrike" cap="none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defRPr>
            </a:lvl2pPr>
            <a:lvl3pPr marL="1371600" marR="0" lvl="2" indent="-342900" algn="l">
              <a:spcBef>
                <a:spcPts val="480"/>
              </a:spcBef>
              <a:spcAft>
                <a:spcPts val="0"/>
              </a:spcAft>
              <a:buClr>
                <a:srgbClr val="F9F6FF"/>
              </a:buClr>
              <a:buSzPts val="1800"/>
              <a:buFont typeface="Inclusive Sans"/>
              <a:buChar char="•"/>
              <a:defRPr sz="1800" i="0" u="none" strike="noStrike" cap="none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defRPr>
            </a:lvl3pPr>
            <a:lvl4pPr marL="1828800" marR="0" lvl="3" indent="-342900" algn="l">
              <a:spcBef>
                <a:spcPts val="400"/>
              </a:spcBef>
              <a:spcAft>
                <a:spcPts val="0"/>
              </a:spcAft>
              <a:buClr>
                <a:srgbClr val="F9F6FF"/>
              </a:buClr>
              <a:buSzPts val="1800"/>
              <a:buFont typeface="Inclusive Sans"/>
              <a:buChar char="–"/>
              <a:defRPr sz="1800" i="0" u="none" strike="noStrike" cap="none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defRPr>
            </a:lvl4pPr>
            <a:lvl5pPr marL="2286000" marR="0" lvl="4" indent="-342900" algn="l">
              <a:spcBef>
                <a:spcPts val="400"/>
              </a:spcBef>
              <a:spcAft>
                <a:spcPts val="0"/>
              </a:spcAft>
              <a:buClr>
                <a:srgbClr val="F9F6FF"/>
              </a:buClr>
              <a:buSzPts val="1800"/>
              <a:buFont typeface="Inclusive Sans"/>
              <a:buChar char="»"/>
              <a:defRPr sz="1800" i="0" u="none" strike="noStrike" cap="none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defRPr>
            </a:lvl5pPr>
            <a:lvl6pPr marL="2743200" marR="0" lvl="5" indent="-342900" algn="l">
              <a:spcBef>
                <a:spcPts val="400"/>
              </a:spcBef>
              <a:spcAft>
                <a:spcPts val="0"/>
              </a:spcAft>
              <a:buClr>
                <a:srgbClr val="F9F6FF"/>
              </a:buClr>
              <a:buSzPts val="1800"/>
              <a:buFont typeface="Inclusive Sans"/>
              <a:buChar char="•"/>
              <a:defRPr sz="1800" i="0" u="none" strike="noStrike" cap="none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defRPr>
            </a:lvl6pPr>
            <a:lvl7pPr marL="3200400" marR="0" lvl="6" indent="-342900" algn="l">
              <a:spcBef>
                <a:spcPts val="400"/>
              </a:spcBef>
              <a:spcAft>
                <a:spcPts val="0"/>
              </a:spcAft>
              <a:buClr>
                <a:srgbClr val="F9F6FF"/>
              </a:buClr>
              <a:buSzPts val="1800"/>
              <a:buFont typeface="Inclusive Sans"/>
              <a:buChar char="•"/>
              <a:defRPr sz="1800" i="0" u="none" strike="noStrike" cap="none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defRPr>
            </a:lvl7pPr>
            <a:lvl8pPr marL="3657600" marR="0" lvl="7" indent="-342900" algn="l">
              <a:spcBef>
                <a:spcPts val="400"/>
              </a:spcBef>
              <a:spcAft>
                <a:spcPts val="0"/>
              </a:spcAft>
              <a:buClr>
                <a:srgbClr val="F9F6FF"/>
              </a:buClr>
              <a:buSzPts val="1800"/>
              <a:buFont typeface="Inclusive Sans"/>
              <a:buChar char="•"/>
              <a:defRPr sz="1800" i="0" u="none" strike="noStrike" cap="none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defRPr>
            </a:lvl8pPr>
            <a:lvl9pPr marL="4114800" marR="0" lvl="8" indent="-342900" algn="l">
              <a:spcBef>
                <a:spcPts val="400"/>
              </a:spcBef>
              <a:spcAft>
                <a:spcPts val="0"/>
              </a:spcAft>
              <a:buClr>
                <a:srgbClr val="F9F6FF"/>
              </a:buClr>
              <a:buSzPts val="1800"/>
              <a:buFont typeface="Inclusive Sans"/>
              <a:buChar char="•"/>
              <a:defRPr sz="1800" i="0" u="none" strike="noStrike" cap="none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defRPr>
            </a:lvl9pPr>
          </a:lstStyle>
          <a:p>
            <a:endParaRPr/>
          </a:p>
        </p:txBody>
      </p:sp>
      <p:sp>
        <p:nvSpPr>
          <p:cNvPr id="34" name="Google Shape;34;p5"/>
          <p:cNvSpPr>
            <a:spLocks noGrp="1"/>
          </p:cNvSpPr>
          <p:nvPr>
            <p:ph type="pic" idx="2"/>
          </p:nvPr>
        </p:nvSpPr>
        <p:spPr>
          <a:xfrm>
            <a:off x="-443300" y="2796650"/>
            <a:ext cx="7656600" cy="48207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6"/>
          <p:cNvSpPr/>
          <p:nvPr/>
        </p:nvSpPr>
        <p:spPr>
          <a:xfrm>
            <a:off x="1234549" y="846026"/>
            <a:ext cx="6517859" cy="8596697"/>
          </a:xfrm>
          <a:custGeom>
            <a:avLst/>
            <a:gdLst/>
            <a:ahLst/>
            <a:cxnLst/>
            <a:rect l="l" t="t" r="r" b="b"/>
            <a:pathLst>
              <a:path w="5152458" h="6795808" extrusionOk="0">
                <a:moveTo>
                  <a:pt x="0" y="0"/>
                </a:moveTo>
                <a:lnTo>
                  <a:pt x="5152458" y="0"/>
                </a:lnTo>
                <a:lnTo>
                  <a:pt x="5152458" y="6795808"/>
                </a:lnTo>
                <a:lnTo>
                  <a:pt x="0" y="6795808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/>
            </a:stretch>
          </a:blipFill>
          <a:ln>
            <a:noFill/>
          </a:ln>
        </p:spPr>
      </p:sp>
      <p:sp>
        <p:nvSpPr>
          <p:cNvPr id="37" name="Google Shape;37;p6"/>
          <p:cNvSpPr txBox="1">
            <a:spLocks noGrp="1"/>
          </p:cNvSpPr>
          <p:nvPr>
            <p:ph type="title"/>
          </p:nvPr>
        </p:nvSpPr>
        <p:spPr>
          <a:xfrm>
            <a:off x="9042750" y="1408986"/>
            <a:ext cx="8229600" cy="454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R="0" lvl="0">
              <a:spcBef>
                <a:spcPts val="0"/>
              </a:spcBef>
              <a:spcAft>
                <a:spcPts val="0"/>
              </a:spcAft>
              <a:buClr>
                <a:srgbClr val="F9F6FF"/>
              </a:buClr>
              <a:buSzPts val="10000"/>
              <a:buFont typeface="Merriweather Sans"/>
              <a:buNone/>
              <a:defRPr sz="10000" i="0" u="none" strike="noStrike" cap="none">
                <a:solidFill>
                  <a:srgbClr val="F9F6FF"/>
                </a:solidFill>
                <a:latin typeface="Merriweather Sans"/>
                <a:ea typeface="Merriweather Sans"/>
                <a:cs typeface="Merriweather Sans"/>
                <a:sym typeface="Merriweather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rgbClr val="F9F6FF"/>
              </a:buClr>
              <a:buSzPts val="1400"/>
              <a:buNone/>
              <a:defRPr sz="1800">
                <a:solidFill>
                  <a:srgbClr val="F9F6FF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rgbClr val="F9F6FF"/>
              </a:buClr>
              <a:buSzPts val="1400"/>
              <a:buNone/>
              <a:defRPr sz="1800">
                <a:solidFill>
                  <a:srgbClr val="F9F6FF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rgbClr val="F9F6FF"/>
              </a:buClr>
              <a:buSzPts val="1400"/>
              <a:buNone/>
              <a:defRPr sz="1800">
                <a:solidFill>
                  <a:srgbClr val="F9F6FF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rgbClr val="F9F6FF"/>
              </a:buClr>
              <a:buSzPts val="1400"/>
              <a:buNone/>
              <a:defRPr sz="1800">
                <a:solidFill>
                  <a:srgbClr val="F9F6FF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rgbClr val="F9F6FF"/>
              </a:buClr>
              <a:buSzPts val="1400"/>
              <a:buNone/>
              <a:defRPr sz="1800">
                <a:solidFill>
                  <a:srgbClr val="F9F6FF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rgbClr val="F9F6FF"/>
              </a:buClr>
              <a:buSzPts val="1400"/>
              <a:buNone/>
              <a:defRPr sz="1800">
                <a:solidFill>
                  <a:srgbClr val="F9F6FF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rgbClr val="F9F6FF"/>
              </a:buClr>
              <a:buSzPts val="1400"/>
              <a:buNone/>
              <a:defRPr sz="1800">
                <a:solidFill>
                  <a:srgbClr val="F9F6FF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rgbClr val="F9F6FF"/>
              </a:buClr>
              <a:buSzPts val="1400"/>
              <a:buNone/>
              <a:defRPr sz="1800">
                <a:solidFill>
                  <a:srgbClr val="F9F6FF"/>
                </a:solidFill>
              </a:defRPr>
            </a:lvl9pPr>
          </a:lstStyle>
          <a:p>
            <a:endParaRPr/>
          </a:p>
        </p:txBody>
      </p:sp>
      <p:sp>
        <p:nvSpPr>
          <p:cNvPr id="38" name="Google Shape;38;p6"/>
          <p:cNvSpPr txBox="1">
            <a:spLocks noGrp="1"/>
          </p:cNvSpPr>
          <p:nvPr>
            <p:ph type="body" idx="1"/>
          </p:nvPr>
        </p:nvSpPr>
        <p:spPr>
          <a:xfrm>
            <a:off x="9042750" y="6730900"/>
            <a:ext cx="8229600" cy="1809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342900" algn="l">
              <a:spcBef>
                <a:spcPts val="640"/>
              </a:spcBef>
              <a:spcAft>
                <a:spcPts val="0"/>
              </a:spcAft>
              <a:buClr>
                <a:srgbClr val="F9F6FF"/>
              </a:buClr>
              <a:buSzPts val="1800"/>
              <a:buFont typeface="Inclusive Sans"/>
              <a:buChar char="•"/>
              <a:defRPr sz="1800" i="0" u="none" strike="noStrike" cap="none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defRPr>
            </a:lvl1pPr>
            <a:lvl2pPr marL="914400" marR="0" lvl="1" indent="-342900" algn="l">
              <a:spcBef>
                <a:spcPts val="560"/>
              </a:spcBef>
              <a:spcAft>
                <a:spcPts val="0"/>
              </a:spcAft>
              <a:buClr>
                <a:srgbClr val="F9F6FF"/>
              </a:buClr>
              <a:buSzPts val="1800"/>
              <a:buFont typeface="Inclusive Sans"/>
              <a:buChar char="–"/>
              <a:defRPr sz="1800" i="0" u="none" strike="noStrike" cap="none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defRPr>
            </a:lvl2pPr>
            <a:lvl3pPr marL="1371600" marR="0" lvl="2" indent="-342900" algn="l">
              <a:spcBef>
                <a:spcPts val="480"/>
              </a:spcBef>
              <a:spcAft>
                <a:spcPts val="0"/>
              </a:spcAft>
              <a:buClr>
                <a:srgbClr val="F9F6FF"/>
              </a:buClr>
              <a:buSzPts val="1800"/>
              <a:buFont typeface="Inclusive Sans"/>
              <a:buChar char="•"/>
              <a:defRPr sz="1800" i="0" u="none" strike="noStrike" cap="none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defRPr>
            </a:lvl3pPr>
            <a:lvl4pPr marL="1828800" marR="0" lvl="3" indent="-342900" algn="l">
              <a:spcBef>
                <a:spcPts val="400"/>
              </a:spcBef>
              <a:spcAft>
                <a:spcPts val="0"/>
              </a:spcAft>
              <a:buClr>
                <a:srgbClr val="F9F6FF"/>
              </a:buClr>
              <a:buSzPts val="1800"/>
              <a:buFont typeface="Inclusive Sans"/>
              <a:buChar char="–"/>
              <a:defRPr sz="1800" i="0" u="none" strike="noStrike" cap="none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defRPr>
            </a:lvl4pPr>
            <a:lvl5pPr marL="2286000" marR="0" lvl="4" indent="-342900" algn="l">
              <a:spcBef>
                <a:spcPts val="400"/>
              </a:spcBef>
              <a:spcAft>
                <a:spcPts val="0"/>
              </a:spcAft>
              <a:buClr>
                <a:srgbClr val="F9F6FF"/>
              </a:buClr>
              <a:buSzPts val="1800"/>
              <a:buFont typeface="Inclusive Sans"/>
              <a:buChar char="»"/>
              <a:defRPr sz="1800" i="0" u="none" strike="noStrike" cap="none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defRPr>
            </a:lvl5pPr>
            <a:lvl6pPr marL="2743200" marR="0" lvl="5" indent="-342900" algn="l">
              <a:spcBef>
                <a:spcPts val="400"/>
              </a:spcBef>
              <a:spcAft>
                <a:spcPts val="0"/>
              </a:spcAft>
              <a:buClr>
                <a:srgbClr val="F9F6FF"/>
              </a:buClr>
              <a:buSzPts val="1800"/>
              <a:buFont typeface="Inclusive Sans"/>
              <a:buChar char="•"/>
              <a:defRPr sz="1800" i="0" u="none" strike="noStrike" cap="none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defRPr>
            </a:lvl6pPr>
            <a:lvl7pPr marL="3200400" marR="0" lvl="6" indent="-342900" algn="l">
              <a:spcBef>
                <a:spcPts val="400"/>
              </a:spcBef>
              <a:spcAft>
                <a:spcPts val="0"/>
              </a:spcAft>
              <a:buClr>
                <a:srgbClr val="F9F6FF"/>
              </a:buClr>
              <a:buSzPts val="1800"/>
              <a:buFont typeface="Inclusive Sans"/>
              <a:buChar char="•"/>
              <a:defRPr sz="1800" i="0" u="none" strike="noStrike" cap="none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defRPr>
            </a:lvl7pPr>
            <a:lvl8pPr marL="3657600" marR="0" lvl="7" indent="-342900" algn="l">
              <a:spcBef>
                <a:spcPts val="400"/>
              </a:spcBef>
              <a:spcAft>
                <a:spcPts val="0"/>
              </a:spcAft>
              <a:buClr>
                <a:srgbClr val="F9F6FF"/>
              </a:buClr>
              <a:buSzPts val="1800"/>
              <a:buFont typeface="Inclusive Sans"/>
              <a:buChar char="•"/>
              <a:defRPr sz="1800" i="0" u="none" strike="noStrike" cap="none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defRPr>
            </a:lvl8pPr>
            <a:lvl9pPr marL="4114800" marR="0" lvl="8" indent="-342900" algn="l">
              <a:spcBef>
                <a:spcPts val="400"/>
              </a:spcBef>
              <a:spcAft>
                <a:spcPts val="0"/>
              </a:spcAft>
              <a:buClr>
                <a:srgbClr val="F9F6FF"/>
              </a:buClr>
              <a:buSzPts val="1800"/>
              <a:buFont typeface="Inclusive Sans"/>
              <a:buChar char="•"/>
              <a:defRPr sz="1800" i="0" u="none" strike="noStrike" cap="none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" name="Google Shape;40;p7"/>
          <p:cNvPicPr preferRelativeResize="0"/>
          <p:nvPr/>
        </p:nvPicPr>
        <p:blipFill rotWithShape="1">
          <a:blip r:embed="rId2">
            <a:alphaModFix/>
          </a:blip>
          <a:srcRect t="51837" r="418"/>
          <a:stretch/>
        </p:blipFill>
        <p:spPr>
          <a:xfrm>
            <a:off x="6778251" y="0"/>
            <a:ext cx="11509749" cy="3474624"/>
          </a:xfrm>
          <a:prstGeom prst="rect">
            <a:avLst/>
          </a:prstGeom>
          <a:noFill/>
          <a:ln>
            <a:noFill/>
          </a:ln>
        </p:spPr>
      </p:pic>
      <p:sp>
        <p:nvSpPr>
          <p:cNvPr id="41" name="Google Shape;41;p7"/>
          <p:cNvSpPr txBox="1">
            <a:spLocks noGrp="1"/>
          </p:cNvSpPr>
          <p:nvPr>
            <p:ph type="title"/>
          </p:nvPr>
        </p:nvSpPr>
        <p:spPr>
          <a:xfrm>
            <a:off x="907025" y="4078511"/>
            <a:ext cx="8229600" cy="454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R="0" lvl="0">
              <a:spcBef>
                <a:spcPts val="0"/>
              </a:spcBef>
              <a:spcAft>
                <a:spcPts val="0"/>
              </a:spcAft>
              <a:buClr>
                <a:srgbClr val="F9F6FF"/>
              </a:buClr>
              <a:buSzPts val="10000"/>
              <a:buFont typeface="Merriweather Sans"/>
              <a:buNone/>
              <a:defRPr sz="10000" i="0" u="none" strike="noStrike" cap="none">
                <a:solidFill>
                  <a:srgbClr val="F9F6FF"/>
                </a:solidFill>
                <a:latin typeface="Merriweather Sans"/>
                <a:ea typeface="Merriweather Sans"/>
                <a:cs typeface="Merriweather Sans"/>
                <a:sym typeface="Merriweather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rgbClr val="F9F6FF"/>
              </a:buClr>
              <a:buSzPts val="1400"/>
              <a:buNone/>
              <a:defRPr sz="1800">
                <a:solidFill>
                  <a:srgbClr val="F9F6FF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rgbClr val="F9F6FF"/>
              </a:buClr>
              <a:buSzPts val="1400"/>
              <a:buNone/>
              <a:defRPr sz="1800">
                <a:solidFill>
                  <a:srgbClr val="F9F6FF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rgbClr val="F9F6FF"/>
              </a:buClr>
              <a:buSzPts val="1400"/>
              <a:buNone/>
              <a:defRPr sz="1800">
                <a:solidFill>
                  <a:srgbClr val="F9F6FF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rgbClr val="F9F6FF"/>
              </a:buClr>
              <a:buSzPts val="1400"/>
              <a:buNone/>
              <a:defRPr sz="1800">
                <a:solidFill>
                  <a:srgbClr val="F9F6FF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rgbClr val="F9F6FF"/>
              </a:buClr>
              <a:buSzPts val="1400"/>
              <a:buNone/>
              <a:defRPr sz="1800">
                <a:solidFill>
                  <a:srgbClr val="F9F6FF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rgbClr val="F9F6FF"/>
              </a:buClr>
              <a:buSzPts val="1400"/>
              <a:buNone/>
              <a:defRPr sz="1800">
                <a:solidFill>
                  <a:srgbClr val="F9F6FF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rgbClr val="F9F6FF"/>
              </a:buClr>
              <a:buSzPts val="1400"/>
              <a:buNone/>
              <a:defRPr sz="1800">
                <a:solidFill>
                  <a:srgbClr val="F9F6FF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rgbClr val="F9F6FF"/>
              </a:buClr>
              <a:buSzPts val="1400"/>
              <a:buNone/>
              <a:defRPr sz="1800">
                <a:solidFill>
                  <a:srgbClr val="F9F6FF"/>
                </a:solidFill>
              </a:defRPr>
            </a:lvl9pPr>
          </a:lstStyle>
          <a:p>
            <a:endParaRPr/>
          </a:p>
        </p:txBody>
      </p:sp>
      <p:sp>
        <p:nvSpPr>
          <p:cNvPr id="42" name="Google Shape;42;p7"/>
          <p:cNvSpPr txBox="1">
            <a:spLocks noGrp="1"/>
          </p:cNvSpPr>
          <p:nvPr>
            <p:ph type="body" idx="1"/>
          </p:nvPr>
        </p:nvSpPr>
        <p:spPr>
          <a:xfrm>
            <a:off x="11046475" y="4239000"/>
            <a:ext cx="6434400" cy="509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342900" algn="l">
              <a:spcBef>
                <a:spcPts val="640"/>
              </a:spcBef>
              <a:spcAft>
                <a:spcPts val="0"/>
              </a:spcAft>
              <a:buClr>
                <a:srgbClr val="F9F6FF"/>
              </a:buClr>
              <a:buSzPts val="1800"/>
              <a:buFont typeface="Inclusive Sans"/>
              <a:buChar char="•"/>
              <a:defRPr sz="1800" i="0" u="none" strike="noStrike" cap="none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defRPr>
            </a:lvl1pPr>
            <a:lvl2pPr marL="914400" marR="0" lvl="1" indent="-342900" algn="l">
              <a:spcBef>
                <a:spcPts val="560"/>
              </a:spcBef>
              <a:spcAft>
                <a:spcPts val="0"/>
              </a:spcAft>
              <a:buClr>
                <a:srgbClr val="F9F6FF"/>
              </a:buClr>
              <a:buSzPts val="1800"/>
              <a:buFont typeface="Inclusive Sans"/>
              <a:buChar char="–"/>
              <a:defRPr sz="1800" i="0" u="none" strike="noStrike" cap="none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defRPr>
            </a:lvl2pPr>
            <a:lvl3pPr marL="1371600" marR="0" lvl="2" indent="-342900" algn="l">
              <a:spcBef>
                <a:spcPts val="480"/>
              </a:spcBef>
              <a:spcAft>
                <a:spcPts val="0"/>
              </a:spcAft>
              <a:buClr>
                <a:srgbClr val="F9F6FF"/>
              </a:buClr>
              <a:buSzPts val="1800"/>
              <a:buFont typeface="Inclusive Sans"/>
              <a:buChar char="•"/>
              <a:defRPr sz="1800" i="0" u="none" strike="noStrike" cap="none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defRPr>
            </a:lvl3pPr>
            <a:lvl4pPr marL="1828800" marR="0" lvl="3" indent="-342900" algn="l">
              <a:spcBef>
                <a:spcPts val="400"/>
              </a:spcBef>
              <a:spcAft>
                <a:spcPts val="0"/>
              </a:spcAft>
              <a:buClr>
                <a:srgbClr val="F9F6FF"/>
              </a:buClr>
              <a:buSzPts val="1800"/>
              <a:buFont typeface="Inclusive Sans"/>
              <a:buChar char="–"/>
              <a:defRPr sz="1800" i="0" u="none" strike="noStrike" cap="none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defRPr>
            </a:lvl4pPr>
            <a:lvl5pPr marL="2286000" marR="0" lvl="4" indent="-342900" algn="l">
              <a:spcBef>
                <a:spcPts val="400"/>
              </a:spcBef>
              <a:spcAft>
                <a:spcPts val="0"/>
              </a:spcAft>
              <a:buClr>
                <a:srgbClr val="F9F6FF"/>
              </a:buClr>
              <a:buSzPts val="1800"/>
              <a:buFont typeface="Inclusive Sans"/>
              <a:buChar char="»"/>
              <a:defRPr sz="1800" i="0" u="none" strike="noStrike" cap="none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defRPr>
            </a:lvl5pPr>
            <a:lvl6pPr marL="2743200" marR="0" lvl="5" indent="-342900" algn="l">
              <a:spcBef>
                <a:spcPts val="400"/>
              </a:spcBef>
              <a:spcAft>
                <a:spcPts val="0"/>
              </a:spcAft>
              <a:buClr>
                <a:srgbClr val="F9F6FF"/>
              </a:buClr>
              <a:buSzPts val="1800"/>
              <a:buFont typeface="Inclusive Sans"/>
              <a:buChar char="•"/>
              <a:defRPr sz="1800" i="0" u="none" strike="noStrike" cap="none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defRPr>
            </a:lvl6pPr>
            <a:lvl7pPr marL="3200400" marR="0" lvl="6" indent="-342900" algn="l">
              <a:spcBef>
                <a:spcPts val="400"/>
              </a:spcBef>
              <a:spcAft>
                <a:spcPts val="0"/>
              </a:spcAft>
              <a:buClr>
                <a:srgbClr val="F9F6FF"/>
              </a:buClr>
              <a:buSzPts val="1800"/>
              <a:buFont typeface="Inclusive Sans"/>
              <a:buChar char="•"/>
              <a:defRPr sz="1800" i="0" u="none" strike="noStrike" cap="none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defRPr>
            </a:lvl7pPr>
            <a:lvl8pPr marL="3657600" marR="0" lvl="7" indent="-342900" algn="l">
              <a:spcBef>
                <a:spcPts val="400"/>
              </a:spcBef>
              <a:spcAft>
                <a:spcPts val="0"/>
              </a:spcAft>
              <a:buClr>
                <a:srgbClr val="F9F6FF"/>
              </a:buClr>
              <a:buSzPts val="1800"/>
              <a:buFont typeface="Inclusive Sans"/>
              <a:buChar char="•"/>
              <a:defRPr sz="1800" i="0" u="none" strike="noStrike" cap="none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defRPr>
            </a:lvl8pPr>
            <a:lvl9pPr marL="4114800" marR="0" lvl="8" indent="-342900" algn="l">
              <a:spcBef>
                <a:spcPts val="400"/>
              </a:spcBef>
              <a:spcAft>
                <a:spcPts val="0"/>
              </a:spcAft>
              <a:buClr>
                <a:srgbClr val="F9F6FF"/>
              </a:buClr>
              <a:buSzPts val="1800"/>
              <a:buFont typeface="Inclusive Sans"/>
              <a:buChar char="•"/>
              <a:defRPr sz="1800" i="0" u="none" strike="noStrike" cap="none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8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5" name="Google Shape;45;p8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6" name="Google Shape;46;p8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8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9"/>
          <p:cNvSpPr txBox="1"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sz="2000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0" name="Google Shape;50;p9"/>
          <p:cNvSpPr txBox="1">
            <a:spLocks noGrp="1"/>
          </p:cNvSpPr>
          <p:nvPr>
            <p:ph type="body" idx="1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marL="1371600" lvl="2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marL="2286000" lvl="4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marL="2743200" lvl="5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51" name="Google Shape;51;p9"/>
          <p:cNvSpPr txBox="1">
            <a:spLocks noGrp="1"/>
          </p:cNvSpPr>
          <p:nvPr>
            <p:ph type="body" idx="2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52" name="Google Shape;52;p9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9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4" name="Google Shape;54;p9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10"/>
          <p:cNvSpPr txBox="1"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sz="2000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7" name="Google Shape;57;p10"/>
          <p:cNvSpPr>
            <a:spLocks noGrp="1"/>
          </p:cNvSpPr>
          <p:nvPr>
            <p:ph type="pic" idx="2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58" name="Google Shape;58;p10"/>
          <p:cNvSpPr txBox="1">
            <a:spLocks noGrp="1"/>
          </p:cNvSpPr>
          <p:nvPr>
            <p:ph type="body" idx="1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59" name="Google Shape;59;p10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10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1" name="Google Shape;61;p10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11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4" name="Google Shape;64;p11"/>
          <p:cNvSpPr txBox="1">
            <a:spLocks noGrp="1"/>
          </p:cNvSpPr>
          <p:nvPr>
            <p:ph type="body" idx="1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65" name="Google Shape;65;p11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6" name="Google Shape;66;p11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11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2"/>
          <p:cNvSpPr txBox="1">
            <a:spLocks noGrp="1"/>
          </p:cNvSpPr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12"/>
          <p:cNvSpPr txBox="1">
            <a:spLocks noGrp="1"/>
          </p:cNvSpPr>
          <p:nvPr>
            <p:ph type="body" idx="1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1" name="Google Shape;71;p12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2" name="Google Shape;72;p12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3" name="Google Shape;73;p12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0D39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R="0" lvl="0" rtl="0">
              <a:spcBef>
                <a:spcPts val="0"/>
              </a:spcBef>
              <a:spcAft>
                <a:spcPts val="0"/>
              </a:spcAft>
              <a:buClr>
                <a:srgbClr val="F9F6FF"/>
              </a:buClr>
              <a:buSzPts val="4400"/>
              <a:buFont typeface="Merriweather Sans"/>
              <a:buNone/>
              <a:defRPr sz="4400" i="0" u="none" strike="noStrike" cap="none">
                <a:solidFill>
                  <a:srgbClr val="F9F6FF"/>
                </a:solidFill>
                <a:latin typeface="Merriweather Sans"/>
                <a:ea typeface="Merriweather Sans"/>
                <a:cs typeface="Merriweather Sans"/>
                <a:sym typeface="Merriweather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rgbClr val="F9F6FF"/>
              </a:buClr>
              <a:buSzPts val="1400"/>
              <a:buNone/>
              <a:defRPr sz="1800">
                <a:solidFill>
                  <a:srgbClr val="F9F6FF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rgbClr val="F9F6FF"/>
              </a:buClr>
              <a:buSzPts val="1400"/>
              <a:buNone/>
              <a:defRPr sz="1800">
                <a:solidFill>
                  <a:srgbClr val="F9F6FF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rgbClr val="F9F6FF"/>
              </a:buClr>
              <a:buSzPts val="1400"/>
              <a:buNone/>
              <a:defRPr sz="1800">
                <a:solidFill>
                  <a:srgbClr val="F9F6FF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rgbClr val="F9F6FF"/>
              </a:buClr>
              <a:buSzPts val="1400"/>
              <a:buNone/>
              <a:defRPr sz="1800">
                <a:solidFill>
                  <a:srgbClr val="F9F6FF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rgbClr val="F9F6FF"/>
              </a:buClr>
              <a:buSzPts val="1400"/>
              <a:buNone/>
              <a:defRPr sz="1800">
                <a:solidFill>
                  <a:srgbClr val="F9F6FF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rgbClr val="F9F6FF"/>
              </a:buClr>
              <a:buSzPts val="1400"/>
              <a:buNone/>
              <a:defRPr sz="1800">
                <a:solidFill>
                  <a:srgbClr val="F9F6FF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rgbClr val="F9F6FF"/>
              </a:buClr>
              <a:buSzPts val="1400"/>
              <a:buNone/>
              <a:defRPr sz="1800">
                <a:solidFill>
                  <a:srgbClr val="F9F6FF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rgbClr val="F9F6FF"/>
              </a:buClr>
              <a:buSzPts val="1400"/>
              <a:buNone/>
              <a:defRPr sz="1800">
                <a:solidFill>
                  <a:srgbClr val="F9F6FF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355600" algn="l" rtl="0">
              <a:spcBef>
                <a:spcPts val="640"/>
              </a:spcBef>
              <a:spcAft>
                <a:spcPts val="0"/>
              </a:spcAft>
              <a:buClr>
                <a:srgbClr val="F9F6FF"/>
              </a:buClr>
              <a:buSzPts val="2000"/>
              <a:buFont typeface="Inclusive Sans"/>
              <a:buChar char="•"/>
              <a:defRPr sz="2000" i="0" u="none" strike="noStrike" cap="none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defRPr>
            </a:lvl1pPr>
            <a:lvl2pPr marL="914400" marR="0" lvl="1" indent="-355600" algn="l" rtl="0">
              <a:spcBef>
                <a:spcPts val="560"/>
              </a:spcBef>
              <a:spcAft>
                <a:spcPts val="0"/>
              </a:spcAft>
              <a:buClr>
                <a:srgbClr val="F9F6FF"/>
              </a:buClr>
              <a:buSzPts val="2000"/>
              <a:buFont typeface="Inclusive Sans"/>
              <a:buChar char="–"/>
              <a:defRPr sz="2000" i="0" u="none" strike="noStrike" cap="none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defRPr>
            </a:lvl2pPr>
            <a:lvl3pPr marL="1371600" marR="0" lvl="2" indent="-355600" algn="l" rtl="0">
              <a:spcBef>
                <a:spcPts val="480"/>
              </a:spcBef>
              <a:spcAft>
                <a:spcPts val="0"/>
              </a:spcAft>
              <a:buClr>
                <a:srgbClr val="F9F6FF"/>
              </a:buClr>
              <a:buSzPts val="2000"/>
              <a:buFont typeface="Inclusive Sans"/>
              <a:buChar char="•"/>
              <a:defRPr sz="2000" i="0" u="none" strike="noStrike" cap="none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defRPr>
            </a:lvl3pPr>
            <a:lvl4pPr marL="1828800" marR="0" lvl="3" indent="-355600" algn="l" rtl="0">
              <a:spcBef>
                <a:spcPts val="400"/>
              </a:spcBef>
              <a:spcAft>
                <a:spcPts val="0"/>
              </a:spcAft>
              <a:buClr>
                <a:srgbClr val="F9F6FF"/>
              </a:buClr>
              <a:buSzPts val="2000"/>
              <a:buFont typeface="Inclusive Sans"/>
              <a:buChar char="–"/>
              <a:defRPr sz="2000" i="0" u="none" strike="noStrike" cap="none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defRPr>
            </a:lvl4pPr>
            <a:lvl5pPr marL="2286000" marR="0" lvl="4" indent="-355600" algn="l" rtl="0">
              <a:spcBef>
                <a:spcPts val="400"/>
              </a:spcBef>
              <a:spcAft>
                <a:spcPts val="0"/>
              </a:spcAft>
              <a:buClr>
                <a:srgbClr val="F9F6FF"/>
              </a:buClr>
              <a:buSzPts val="2000"/>
              <a:buFont typeface="Inclusive Sans"/>
              <a:buChar char="»"/>
              <a:defRPr sz="2000" i="0" u="none" strike="noStrike" cap="none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defRPr>
            </a:lvl5pPr>
            <a:lvl6pPr marL="2743200" marR="0" lvl="5" indent="-355600" algn="l" rtl="0">
              <a:spcBef>
                <a:spcPts val="400"/>
              </a:spcBef>
              <a:spcAft>
                <a:spcPts val="0"/>
              </a:spcAft>
              <a:buClr>
                <a:srgbClr val="F9F6FF"/>
              </a:buClr>
              <a:buSzPts val="2000"/>
              <a:buFont typeface="Inclusive Sans"/>
              <a:buChar char="•"/>
              <a:defRPr sz="2000" i="0" u="none" strike="noStrike" cap="none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defRPr>
            </a:lvl6pPr>
            <a:lvl7pPr marL="3200400" marR="0" lvl="6" indent="-355600" algn="l" rtl="0">
              <a:spcBef>
                <a:spcPts val="400"/>
              </a:spcBef>
              <a:spcAft>
                <a:spcPts val="0"/>
              </a:spcAft>
              <a:buClr>
                <a:srgbClr val="F9F6FF"/>
              </a:buClr>
              <a:buSzPts val="2000"/>
              <a:buFont typeface="Inclusive Sans"/>
              <a:buChar char="•"/>
              <a:defRPr sz="2000" i="0" u="none" strike="noStrike" cap="none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defRPr>
            </a:lvl7pPr>
            <a:lvl8pPr marL="3657600" marR="0" lvl="7" indent="-355600" algn="l" rtl="0">
              <a:spcBef>
                <a:spcPts val="400"/>
              </a:spcBef>
              <a:spcAft>
                <a:spcPts val="0"/>
              </a:spcAft>
              <a:buClr>
                <a:srgbClr val="F9F6FF"/>
              </a:buClr>
              <a:buSzPts val="2000"/>
              <a:buFont typeface="Inclusive Sans"/>
              <a:buChar char="•"/>
              <a:defRPr sz="2000" i="0" u="none" strike="noStrike" cap="none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defRPr>
            </a:lvl8pPr>
            <a:lvl9pPr marL="4114800" marR="0" lvl="8" indent="-355600" algn="l" rtl="0">
              <a:spcBef>
                <a:spcPts val="400"/>
              </a:spcBef>
              <a:spcAft>
                <a:spcPts val="0"/>
              </a:spcAft>
              <a:buClr>
                <a:srgbClr val="F9F6FF"/>
              </a:buClr>
              <a:buSzPts val="2000"/>
              <a:buFont typeface="Inclusive Sans"/>
              <a:buChar char="•"/>
              <a:defRPr sz="2000" i="0" u="none" strike="noStrike" cap="none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" name="Google Shape;9;p1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0" name="Google Shape;10;p1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slide" Target="slide2.xm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slide" Target="slide2.xm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slide" Target="slide2.xm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slide" Target="slide2.xm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slide" Target="slide2.xml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slide" Target="slide2.xml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4" Type="http://schemas.openxmlformats.org/officeDocument/2006/relationships/slide" Target="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0D39"/>
        </a:solidFill>
        <a:effectLst/>
      </p:bgPr>
    </p:bg>
    <p:spTree>
      <p:nvGrpSpPr>
        <p:cNvPr id="1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9" name="Google Shape;79;p13"/>
          <p:cNvGrpSpPr/>
          <p:nvPr/>
        </p:nvGrpSpPr>
        <p:grpSpPr>
          <a:xfrm>
            <a:off x="8843821" y="6133405"/>
            <a:ext cx="9063180" cy="2974053"/>
            <a:chOff x="0" y="-3"/>
            <a:chExt cx="2387010" cy="161700"/>
          </a:xfrm>
        </p:grpSpPr>
        <p:sp>
          <p:nvSpPr>
            <p:cNvPr id="80" name="Google Shape;80;p13"/>
            <p:cNvSpPr/>
            <p:nvPr/>
          </p:nvSpPr>
          <p:spPr>
            <a:xfrm>
              <a:off x="0" y="0"/>
              <a:ext cx="2387010" cy="161597"/>
            </a:xfrm>
            <a:custGeom>
              <a:avLst/>
              <a:gdLst/>
              <a:ahLst/>
              <a:cxnLst/>
              <a:rect l="l" t="t" r="r" b="b"/>
              <a:pathLst>
                <a:path w="2387010" h="161597" extrusionOk="0">
                  <a:moveTo>
                    <a:pt x="8542" y="0"/>
                  </a:moveTo>
                  <a:lnTo>
                    <a:pt x="2378468" y="0"/>
                  </a:lnTo>
                  <a:cubicBezTo>
                    <a:pt x="2383186" y="0"/>
                    <a:pt x="2387010" y="3824"/>
                    <a:pt x="2387010" y="8542"/>
                  </a:cubicBezTo>
                  <a:lnTo>
                    <a:pt x="2387010" y="153055"/>
                  </a:lnTo>
                  <a:cubicBezTo>
                    <a:pt x="2387010" y="155320"/>
                    <a:pt x="2386110" y="157493"/>
                    <a:pt x="2384508" y="159095"/>
                  </a:cubicBezTo>
                  <a:cubicBezTo>
                    <a:pt x="2382906" y="160697"/>
                    <a:pt x="2380734" y="161597"/>
                    <a:pt x="2378468" y="161597"/>
                  </a:cubicBezTo>
                  <a:lnTo>
                    <a:pt x="8542" y="161597"/>
                  </a:lnTo>
                  <a:cubicBezTo>
                    <a:pt x="6277" y="161597"/>
                    <a:pt x="4104" y="160697"/>
                    <a:pt x="2502" y="159095"/>
                  </a:cubicBezTo>
                  <a:cubicBezTo>
                    <a:pt x="900" y="157493"/>
                    <a:pt x="0" y="155320"/>
                    <a:pt x="0" y="153055"/>
                  </a:cubicBezTo>
                  <a:lnTo>
                    <a:pt x="0" y="8542"/>
                  </a:lnTo>
                  <a:cubicBezTo>
                    <a:pt x="0" y="6277"/>
                    <a:pt x="900" y="4104"/>
                    <a:pt x="2502" y="2502"/>
                  </a:cubicBezTo>
                  <a:cubicBezTo>
                    <a:pt x="4104" y="900"/>
                    <a:pt x="6277" y="0"/>
                    <a:pt x="8542" y="0"/>
                  </a:cubicBezTo>
                  <a:close/>
                </a:path>
              </a:pathLst>
            </a:custGeom>
            <a:gradFill>
              <a:gsLst>
                <a:gs pos="0">
                  <a:srgbClr val="8C52FF"/>
                </a:gs>
                <a:gs pos="100000">
                  <a:srgbClr val="FFFFFF">
                    <a:alpha val="11372"/>
                  </a:srgbClr>
                </a:gs>
              </a:gsLst>
              <a:lin ang="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" name="Google Shape;81;p13"/>
            <p:cNvSpPr txBox="1"/>
            <p:nvPr/>
          </p:nvSpPr>
          <p:spPr>
            <a:xfrm>
              <a:off x="1" y="-3"/>
              <a:ext cx="2387009" cy="1617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400" dirty="0" err="1">
                  <a:solidFill>
                    <a:srgbClr val="F9F6FF"/>
                  </a:solidFill>
                  <a:latin typeface="Inclusive Sans"/>
                  <a:cs typeface="Inclusive Sans"/>
                  <a:sym typeface="Inclusive Sans"/>
                </a:rPr>
                <a:t>Oiaga</a:t>
              </a:r>
              <a:r>
                <a:rPr lang="en-US" sz="2400" dirty="0">
                  <a:solidFill>
                    <a:srgbClr val="F9F6FF"/>
                  </a:solidFill>
                  <a:latin typeface="Inclusive Sans"/>
                  <a:cs typeface="Inclusive Sans"/>
                  <a:sym typeface="Inclusive Sans"/>
                </a:rPr>
                <a:t> Lucas-Paul</a:t>
              </a:r>
              <a:br>
                <a:rPr lang="en-US" sz="2400" dirty="0">
                  <a:solidFill>
                    <a:srgbClr val="F9F6FF"/>
                  </a:solidFill>
                  <a:latin typeface="Inclusive Sans"/>
                  <a:cs typeface="Inclusive Sans"/>
                  <a:sym typeface="Inclusive Sans"/>
                </a:rPr>
              </a:br>
              <a:r>
                <a:rPr lang="en-US" sz="2400" dirty="0">
                  <a:solidFill>
                    <a:srgbClr val="F9F6FF"/>
                  </a:solidFill>
                  <a:latin typeface="Inclusive Sans"/>
                  <a:cs typeface="Inclusive Sans"/>
                  <a:sym typeface="Inclusive Sans"/>
                </a:rPr>
                <a:t>Botiz Alexandru-Gabriel</a:t>
              </a:r>
              <a:br>
                <a:rPr lang="en-US" sz="2400" dirty="0">
                  <a:solidFill>
                    <a:srgbClr val="F9F6FF"/>
                  </a:solidFill>
                  <a:latin typeface="Inclusive Sans"/>
                  <a:cs typeface="Inclusive Sans"/>
                  <a:sym typeface="Inclusive Sans"/>
                </a:rPr>
              </a:br>
              <a:r>
                <a:rPr lang="en-US" sz="2400" dirty="0" err="1">
                  <a:solidFill>
                    <a:srgbClr val="F9F6FF"/>
                  </a:solidFill>
                  <a:latin typeface="Inclusive Sans"/>
                  <a:cs typeface="Inclusive Sans"/>
                  <a:sym typeface="Inclusive Sans"/>
                </a:rPr>
                <a:t>Onofrei</a:t>
              </a:r>
              <a:r>
                <a:rPr lang="en-US" sz="2400" dirty="0">
                  <a:solidFill>
                    <a:srgbClr val="F9F6FF"/>
                  </a:solidFill>
                  <a:latin typeface="Inclusive Sans"/>
                  <a:cs typeface="Inclusive Sans"/>
                  <a:sym typeface="Inclusive Sans"/>
                </a:rPr>
                <a:t> Flavius</a:t>
              </a:r>
            </a:p>
            <a:p>
              <a:pPr marL="0" marR="0" lvl="0" indent="0" algn="ctr" rtl="0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400" dirty="0" err="1">
                  <a:solidFill>
                    <a:srgbClr val="F9F6FF"/>
                  </a:solidFill>
                  <a:latin typeface="Inclusive Sans"/>
                  <a:cs typeface="Inclusive Sans"/>
                  <a:sym typeface="Inclusive Sans"/>
                </a:rPr>
                <a:t>Șușman</a:t>
              </a:r>
              <a:r>
                <a:rPr lang="en-US" sz="2400" dirty="0">
                  <a:solidFill>
                    <a:srgbClr val="F9F6FF"/>
                  </a:solidFill>
                  <a:latin typeface="Inclusive Sans"/>
                  <a:cs typeface="Inclusive Sans"/>
                  <a:sym typeface="Inclusive Sans"/>
                </a:rPr>
                <a:t> Andrei-Alexandru</a:t>
              </a:r>
            </a:p>
            <a:p>
              <a:pPr marL="0" marR="0" lvl="0" indent="0" algn="ctr" rtl="0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400" dirty="0" err="1">
                  <a:solidFill>
                    <a:srgbClr val="F9F6FF"/>
                  </a:solidFill>
                  <a:latin typeface="Inclusive Sans"/>
                  <a:cs typeface="Inclusive Sans"/>
                  <a:sym typeface="Inclusive Sans"/>
                </a:rPr>
                <a:t>Miclău</a:t>
              </a:r>
              <a:r>
                <a:rPr lang="en-US" sz="2400" dirty="0">
                  <a:solidFill>
                    <a:srgbClr val="F9F6FF"/>
                  </a:solidFill>
                  <a:latin typeface="Inclusive Sans"/>
                  <a:cs typeface="Inclusive Sans"/>
                  <a:sym typeface="Inclusive Sans"/>
                </a:rPr>
                <a:t> Nicolae</a:t>
              </a:r>
              <a:br>
                <a:rPr lang="en-US" sz="2400" dirty="0">
                  <a:solidFill>
                    <a:srgbClr val="F9F6FF"/>
                  </a:solidFill>
                  <a:latin typeface="Inclusive Sans"/>
                  <a:cs typeface="Inclusive Sans"/>
                  <a:sym typeface="Inclusive Sans"/>
                </a:rPr>
              </a:br>
              <a:endParaRPr lang="en-US" dirty="0"/>
            </a:p>
          </p:txBody>
        </p:sp>
      </p:grpSp>
      <p:sp>
        <p:nvSpPr>
          <p:cNvPr id="82" name="Google Shape;82;p13"/>
          <p:cNvSpPr txBox="1"/>
          <p:nvPr/>
        </p:nvSpPr>
        <p:spPr>
          <a:xfrm>
            <a:off x="8843820" y="2932529"/>
            <a:ext cx="9063300" cy="32008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400" b="0" i="0" u="none" strike="noStrike" cap="none" dirty="0">
                <a:solidFill>
                  <a:srgbClr val="F9F6FF"/>
                </a:solidFill>
                <a:latin typeface="Merriweather Sans Light"/>
                <a:ea typeface="Merriweather Sans Light"/>
                <a:cs typeface="Merriweather Sans Light"/>
                <a:sym typeface="Merriweather Sans Light"/>
              </a:rPr>
              <a:t>Grading App PCD</a:t>
            </a:r>
            <a:endParaRPr lang="en-US" dirty="0"/>
          </a:p>
        </p:txBody>
      </p:sp>
      <p:sp>
        <p:nvSpPr>
          <p:cNvPr id="84" name="Google Shape;84;p13"/>
          <p:cNvSpPr txBox="1"/>
          <p:nvPr/>
        </p:nvSpPr>
        <p:spPr>
          <a:xfrm>
            <a:off x="16261882" y="9107459"/>
            <a:ext cx="1645118" cy="4847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r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15.06.</a:t>
            </a:r>
            <a:r>
              <a:rPr lang="en-US" sz="2100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2026</a:t>
            </a:r>
            <a:endParaRPr lang="en-US" dirty="0"/>
          </a:p>
        </p:txBody>
      </p:sp>
      <p:pic>
        <p:nvPicPr>
          <p:cNvPr id="86" name="Google Shape;86;p13"/>
          <p:cNvPicPr preferRelativeResize="0"/>
          <p:nvPr/>
        </p:nvPicPr>
        <p:blipFill rotWithShape="1">
          <a:blip r:embed="rId3">
            <a:alphaModFix/>
          </a:blip>
          <a:srcRect l="7201"/>
          <a:stretch/>
        </p:blipFill>
        <p:spPr>
          <a:xfrm>
            <a:off x="1" y="0"/>
            <a:ext cx="7980601" cy="10287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:split orient="vert"/>
      </p:transition>
    </mc:Choice>
    <mc:Fallback xmlns="">
      <p:transition spd="slow">
        <p:split orient="vert"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0D39"/>
        </a:solidFill>
        <a:effectLst/>
      </p:bgPr>
    </p:bg>
    <p:spTree>
      <p:nvGrpSpPr>
        <p:cNvPr id="1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1" name="Google Shape;91;p1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-27075" y="-26750"/>
            <a:ext cx="18342149" cy="10331000"/>
          </a:xfrm>
          <a:prstGeom prst="rect">
            <a:avLst/>
          </a:prstGeom>
          <a:noFill/>
          <a:ln>
            <a:noFill/>
          </a:ln>
        </p:spPr>
      </p:pic>
      <p:sp>
        <p:nvSpPr>
          <p:cNvPr id="92" name="Google Shape;92;p14"/>
          <p:cNvSpPr txBox="1"/>
          <p:nvPr/>
        </p:nvSpPr>
        <p:spPr>
          <a:xfrm>
            <a:off x="381000" y="4088130"/>
            <a:ext cx="7124700" cy="1571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400" b="0" i="0" u="none" strike="noStrike" cap="none" dirty="0">
                <a:solidFill>
                  <a:srgbClr val="F9F6FF"/>
                </a:solidFill>
                <a:latin typeface="Merriweather Sans Light"/>
                <a:ea typeface="Merriweather Sans Light"/>
                <a:cs typeface="Merriweather Sans Light"/>
                <a:sym typeface="Merriweather Sans Light"/>
              </a:rPr>
              <a:t>Overview</a:t>
            </a:r>
            <a:endParaRPr dirty="0"/>
          </a:p>
        </p:txBody>
      </p:sp>
      <p:sp>
        <p:nvSpPr>
          <p:cNvPr id="93" name="Google Shape;93;p14"/>
          <p:cNvSpPr txBox="1"/>
          <p:nvPr/>
        </p:nvSpPr>
        <p:spPr>
          <a:xfrm>
            <a:off x="9962394" y="993865"/>
            <a:ext cx="754200" cy="6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r" rtl="0">
              <a:lnSpc>
                <a:spcPct val="12000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999" b="0" i="0" u="none" strike="noStrike" cap="none" dirty="0">
                <a:solidFill>
                  <a:srgbClr val="1B0D39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01</a:t>
            </a:r>
            <a:endParaRPr dirty="0"/>
          </a:p>
        </p:txBody>
      </p:sp>
      <p:sp>
        <p:nvSpPr>
          <p:cNvPr id="94" name="Google Shape;94;p14"/>
          <p:cNvSpPr txBox="1"/>
          <p:nvPr/>
        </p:nvSpPr>
        <p:spPr>
          <a:xfrm>
            <a:off x="9962394" y="1857621"/>
            <a:ext cx="754200" cy="6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r" rtl="0">
              <a:lnSpc>
                <a:spcPct val="12000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999" b="0" i="0" u="none" strike="noStrike" cap="none">
                <a:solidFill>
                  <a:srgbClr val="1B0D39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02</a:t>
            </a:r>
            <a:endParaRPr/>
          </a:p>
        </p:txBody>
      </p:sp>
      <p:sp>
        <p:nvSpPr>
          <p:cNvPr id="95" name="Google Shape;95;p14"/>
          <p:cNvSpPr txBox="1"/>
          <p:nvPr/>
        </p:nvSpPr>
        <p:spPr>
          <a:xfrm>
            <a:off x="9962394" y="2769401"/>
            <a:ext cx="754200" cy="6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r" rtl="0">
              <a:lnSpc>
                <a:spcPct val="12000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999" b="0" i="0" u="none" strike="noStrike" cap="none">
                <a:solidFill>
                  <a:srgbClr val="1B0D39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03</a:t>
            </a:r>
            <a:endParaRPr/>
          </a:p>
        </p:txBody>
      </p:sp>
      <p:sp>
        <p:nvSpPr>
          <p:cNvPr id="96" name="Google Shape;96;p14"/>
          <p:cNvSpPr txBox="1"/>
          <p:nvPr/>
        </p:nvSpPr>
        <p:spPr>
          <a:xfrm>
            <a:off x="9962394" y="3681182"/>
            <a:ext cx="754200" cy="6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r" rtl="0">
              <a:lnSpc>
                <a:spcPct val="12000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999" b="0" i="0" u="none" strike="noStrike" cap="none">
                <a:solidFill>
                  <a:srgbClr val="1B0D39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04</a:t>
            </a:r>
            <a:endParaRPr/>
          </a:p>
        </p:txBody>
      </p:sp>
      <p:sp>
        <p:nvSpPr>
          <p:cNvPr id="97" name="Google Shape;97;p14"/>
          <p:cNvSpPr txBox="1"/>
          <p:nvPr/>
        </p:nvSpPr>
        <p:spPr>
          <a:xfrm>
            <a:off x="9962394" y="4592938"/>
            <a:ext cx="754200" cy="6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r" rtl="0">
              <a:lnSpc>
                <a:spcPct val="12000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999" b="0" i="0" u="none" strike="noStrike" cap="none">
                <a:solidFill>
                  <a:srgbClr val="1B0D39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05</a:t>
            </a:r>
            <a:endParaRPr/>
          </a:p>
        </p:txBody>
      </p:sp>
      <p:sp>
        <p:nvSpPr>
          <p:cNvPr id="98" name="Google Shape;98;p14"/>
          <p:cNvSpPr txBox="1"/>
          <p:nvPr/>
        </p:nvSpPr>
        <p:spPr>
          <a:xfrm>
            <a:off x="9962394" y="5417818"/>
            <a:ext cx="754200" cy="6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r" rtl="0">
              <a:lnSpc>
                <a:spcPct val="12000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999" b="0" i="0" u="none" strike="noStrike" cap="none">
                <a:solidFill>
                  <a:srgbClr val="1B0D39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06</a:t>
            </a:r>
            <a:endParaRPr/>
          </a:p>
        </p:txBody>
      </p:sp>
      <p:sp>
        <p:nvSpPr>
          <p:cNvPr id="99" name="Google Shape;99;p14"/>
          <p:cNvSpPr txBox="1"/>
          <p:nvPr/>
        </p:nvSpPr>
        <p:spPr>
          <a:xfrm>
            <a:off x="9962394" y="6416504"/>
            <a:ext cx="754200" cy="6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r" rtl="0">
              <a:lnSpc>
                <a:spcPct val="12000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999" b="0" i="0" u="none" strike="noStrike" cap="none">
                <a:solidFill>
                  <a:srgbClr val="1B0D39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07</a:t>
            </a:r>
            <a:endParaRPr/>
          </a:p>
        </p:txBody>
      </p:sp>
      <p:sp>
        <p:nvSpPr>
          <p:cNvPr id="100" name="Google Shape;100;p14"/>
          <p:cNvSpPr txBox="1"/>
          <p:nvPr/>
        </p:nvSpPr>
        <p:spPr>
          <a:xfrm>
            <a:off x="9962394" y="7328279"/>
            <a:ext cx="754200" cy="6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r" rtl="0">
              <a:lnSpc>
                <a:spcPct val="12000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999" b="0" i="0" u="none" strike="noStrike" cap="none">
                <a:solidFill>
                  <a:srgbClr val="1B0D39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08</a:t>
            </a:r>
            <a:endParaRPr/>
          </a:p>
        </p:txBody>
      </p:sp>
      <p:sp>
        <p:nvSpPr>
          <p:cNvPr id="101" name="Google Shape;101;p14"/>
          <p:cNvSpPr txBox="1"/>
          <p:nvPr/>
        </p:nvSpPr>
        <p:spPr>
          <a:xfrm>
            <a:off x="9962394" y="8240060"/>
            <a:ext cx="754200" cy="6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r" rtl="0">
              <a:lnSpc>
                <a:spcPct val="12000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999" b="0" i="0" u="none" strike="noStrike" cap="none" dirty="0">
                <a:solidFill>
                  <a:srgbClr val="1B0D39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09</a:t>
            </a:r>
            <a:endParaRPr dirty="0"/>
          </a:p>
        </p:txBody>
      </p:sp>
      <p:sp>
        <p:nvSpPr>
          <p:cNvPr id="102" name="Google Shape;102;p14"/>
          <p:cNvSpPr txBox="1"/>
          <p:nvPr/>
        </p:nvSpPr>
        <p:spPr>
          <a:xfrm>
            <a:off x="11309204" y="681451"/>
            <a:ext cx="6580559" cy="11079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dirty="0" err="1">
                <a:solidFill>
                  <a:srgbClr val="F9F6FF"/>
                </a:solidFill>
                <a:latin typeface="Inclusive Sans"/>
                <a:cs typeface="Inclusive Sans"/>
                <a:sym typeface="Inclusive Sans"/>
              </a:rPr>
              <a:t>Prezentarea</a:t>
            </a:r>
            <a:r>
              <a:rPr lang="en-US" sz="3600" dirty="0">
                <a:solidFill>
                  <a:srgbClr val="F9F6FF"/>
                </a:solidFill>
                <a:latin typeface="Inclusive Sans"/>
                <a:cs typeface="Inclusive Sans"/>
                <a:sym typeface="Inclusive Sans"/>
              </a:rPr>
              <a:t> </a:t>
            </a:r>
            <a:r>
              <a:rPr lang="en-US" sz="3600" dirty="0" err="1">
                <a:solidFill>
                  <a:srgbClr val="F9F6FF"/>
                </a:solidFill>
                <a:latin typeface="Inclusive Sans"/>
                <a:cs typeface="Inclusive Sans"/>
                <a:sym typeface="Inclusive Sans"/>
              </a:rPr>
              <a:t>temei</a:t>
            </a:r>
            <a:endParaRPr dirty="0"/>
          </a:p>
        </p:txBody>
      </p:sp>
      <p:sp>
        <p:nvSpPr>
          <p:cNvPr id="103" name="Google Shape;103;p14"/>
          <p:cNvSpPr txBox="1"/>
          <p:nvPr/>
        </p:nvSpPr>
        <p:spPr>
          <a:xfrm>
            <a:off x="11322852" y="1611423"/>
            <a:ext cx="6594207" cy="11079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dirty="0" err="1">
                <a:solidFill>
                  <a:srgbClr val="F9F6FF"/>
                </a:solidFill>
                <a:latin typeface="Inclusive Sans"/>
                <a:cs typeface="Inclusive Sans"/>
                <a:sym typeface="Inclusive Sans"/>
              </a:rPr>
              <a:t>Arhitectura</a:t>
            </a:r>
            <a:r>
              <a:rPr lang="en-US" sz="3600" dirty="0">
                <a:solidFill>
                  <a:srgbClr val="F9F6FF"/>
                </a:solidFill>
                <a:latin typeface="Inclusive Sans"/>
                <a:cs typeface="Inclusive Sans"/>
                <a:sym typeface="Inclusive Sans"/>
              </a:rPr>
              <a:t> </a:t>
            </a:r>
            <a:r>
              <a:rPr lang="en-US" sz="3600" dirty="0" err="1">
                <a:solidFill>
                  <a:srgbClr val="F9F6FF"/>
                </a:solidFill>
                <a:latin typeface="Inclusive Sans"/>
                <a:cs typeface="Inclusive Sans"/>
                <a:sym typeface="Inclusive Sans"/>
              </a:rPr>
              <a:t>proiectului</a:t>
            </a:r>
            <a:endParaRPr dirty="0"/>
          </a:p>
        </p:txBody>
      </p:sp>
      <p:sp>
        <p:nvSpPr>
          <p:cNvPr id="104" name="Google Shape;104;p14"/>
          <p:cNvSpPr txBox="1"/>
          <p:nvPr/>
        </p:nvSpPr>
        <p:spPr>
          <a:xfrm>
            <a:off x="11309204" y="2472405"/>
            <a:ext cx="6594207" cy="11079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dirty="0" err="1">
                <a:solidFill>
                  <a:srgbClr val="F9F6FF"/>
                </a:solidFill>
                <a:latin typeface="Inclusive Sans"/>
                <a:cs typeface="Inclusive Sans"/>
                <a:sym typeface="Inclusive Sans"/>
              </a:rPr>
              <a:t>Serverul</a:t>
            </a:r>
            <a:endParaRPr dirty="0"/>
          </a:p>
        </p:txBody>
      </p:sp>
      <p:sp>
        <p:nvSpPr>
          <p:cNvPr id="105" name="Google Shape;105;p14"/>
          <p:cNvSpPr txBox="1"/>
          <p:nvPr/>
        </p:nvSpPr>
        <p:spPr>
          <a:xfrm>
            <a:off x="11322852" y="3381520"/>
            <a:ext cx="6594207" cy="11079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dirty="0" err="1">
                <a:solidFill>
                  <a:srgbClr val="F9F6FF"/>
                </a:solidFill>
                <a:latin typeface="Inclusive Sans"/>
                <a:cs typeface="Inclusive Sans"/>
                <a:sym typeface="Inclusive Sans"/>
              </a:rPr>
              <a:t>Rolul</a:t>
            </a:r>
            <a:r>
              <a:rPr lang="en-US" sz="3600" dirty="0">
                <a:solidFill>
                  <a:srgbClr val="F9F6FF"/>
                </a:solidFill>
                <a:latin typeface="Inclusive Sans"/>
                <a:cs typeface="Inclusive Sans"/>
                <a:sym typeface="Inclusive Sans"/>
              </a:rPr>
              <a:t> </a:t>
            </a:r>
            <a:r>
              <a:rPr lang="en-US" sz="3600" dirty="0" err="1">
                <a:solidFill>
                  <a:srgbClr val="F9F6FF"/>
                </a:solidFill>
                <a:latin typeface="Inclusive Sans"/>
                <a:cs typeface="Inclusive Sans"/>
                <a:sym typeface="Inclusive Sans"/>
              </a:rPr>
              <a:t>firelor</a:t>
            </a:r>
            <a:r>
              <a:rPr lang="en-US" sz="3600" dirty="0">
                <a:solidFill>
                  <a:srgbClr val="F9F6FF"/>
                </a:solidFill>
                <a:latin typeface="Inclusive Sans"/>
                <a:cs typeface="Inclusive Sans"/>
                <a:sym typeface="Inclusive Sans"/>
              </a:rPr>
              <a:t> de </a:t>
            </a:r>
            <a:r>
              <a:rPr lang="en-US" sz="3600" dirty="0" err="1">
                <a:solidFill>
                  <a:srgbClr val="F9F6FF"/>
                </a:solidFill>
                <a:latin typeface="Inclusive Sans"/>
                <a:cs typeface="Inclusive Sans"/>
                <a:sym typeface="Inclusive Sans"/>
              </a:rPr>
              <a:t>Execuție</a:t>
            </a:r>
            <a:endParaRPr lang="en-US" sz="3600" dirty="0">
              <a:solidFill>
                <a:srgbClr val="F9F6FF"/>
              </a:solidFill>
              <a:latin typeface="Inclusive Sans"/>
              <a:cs typeface="Inclusive Sans"/>
              <a:sym typeface="Inclusive Sans"/>
            </a:endParaRPr>
          </a:p>
        </p:txBody>
      </p:sp>
      <p:sp>
        <p:nvSpPr>
          <p:cNvPr id="106" name="Google Shape;106;p14"/>
          <p:cNvSpPr txBox="1"/>
          <p:nvPr/>
        </p:nvSpPr>
        <p:spPr>
          <a:xfrm>
            <a:off x="11322852" y="4263358"/>
            <a:ext cx="6597796" cy="11079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3600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Workflow-ul Aplicației Pasul 1</a:t>
            </a:r>
          </a:p>
        </p:txBody>
      </p:sp>
      <p:sp>
        <p:nvSpPr>
          <p:cNvPr id="107" name="Google Shape;107;p14"/>
          <p:cNvSpPr txBox="1"/>
          <p:nvPr/>
        </p:nvSpPr>
        <p:spPr>
          <a:xfrm>
            <a:off x="11295556" y="5138750"/>
            <a:ext cx="6594207" cy="11079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Workflow-</a:t>
            </a:r>
            <a:r>
              <a:rPr lang="en-US" sz="3600" b="0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ul</a:t>
            </a:r>
            <a:r>
              <a:rPr lang="en-US" sz="3600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 </a:t>
            </a:r>
            <a:r>
              <a:rPr lang="en-US" sz="3600" b="0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Aplicației</a:t>
            </a:r>
            <a:r>
              <a:rPr lang="en-US" sz="3600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 Pasul 2</a:t>
            </a:r>
          </a:p>
        </p:txBody>
      </p:sp>
      <p:sp>
        <p:nvSpPr>
          <p:cNvPr id="108" name="Google Shape;108;p14"/>
          <p:cNvSpPr txBox="1"/>
          <p:nvPr/>
        </p:nvSpPr>
        <p:spPr>
          <a:xfrm>
            <a:off x="11322852" y="6077364"/>
            <a:ext cx="6594207" cy="11079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Workflow-</a:t>
            </a:r>
            <a:r>
              <a:rPr lang="en-US" sz="3600" b="0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ul</a:t>
            </a:r>
            <a:r>
              <a:rPr lang="en-US" sz="3600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 </a:t>
            </a:r>
            <a:r>
              <a:rPr lang="en-US" sz="3600" b="0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Aplicației</a:t>
            </a:r>
            <a:r>
              <a:rPr lang="en-US" sz="3600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 Pasul 3</a:t>
            </a:r>
            <a:endParaRPr lang="en-US" sz="3600" dirty="0"/>
          </a:p>
        </p:txBody>
      </p:sp>
      <p:sp>
        <p:nvSpPr>
          <p:cNvPr id="109" name="Google Shape;109;p14"/>
          <p:cNvSpPr txBox="1"/>
          <p:nvPr/>
        </p:nvSpPr>
        <p:spPr>
          <a:xfrm>
            <a:off x="11295555" y="7032104"/>
            <a:ext cx="6594207" cy="11079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0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Oprirea</a:t>
            </a:r>
            <a:r>
              <a:rPr lang="en-US" sz="3600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 </a:t>
            </a:r>
            <a:r>
              <a:rPr lang="en-US" sz="3600" b="0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Sincronă</a:t>
            </a:r>
            <a:endParaRPr lang="en-US" sz="3600" b="0" i="0" u="none" strike="noStrike" cap="none" dirty="0">
              <a:solidFill>
                <a:srgbClr val="F9F6FF"/>
              </a:solidFill>
              <a:latin typeface="Inclusive Sans"/>
              <a:ea typeface="Inclusive Sans"/>
              <a:cs typeface="Inclusive Sans"/>
              <a:sym typeface="Inclusive Sans"/>
            </a:endParaRPr>
          </a:p>
        </p:txBody>
      </p:sp>
      <p:sp>
        <p:nvSpPr>
          <p:cNvPr id="110" name="Google Shape;110;p14"/>
          <p:cNvSpPr txBox="1"/>
          <p:nvPr/>
        </p:nvSpPr>
        <p:spPr>
          <a:xfrm>
            <a:off x="11322852" y="7916451"/>
            <a:ext cx="6594207" cy="11079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Final</a:t>
            </a:r>
            <a:endParaRPr dirty="0"/>
          </a:p>
        </p:txBody>
      </p:sp>
    </p:spTree>
  </p:cSld>
  <p:clrMapOvr>
    <a:masterClrMapping/>
  </p:clrMapOvr>
  <p:transition spd="med">
    <p:pull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0D39"/>
        </a:solidFill>
        <a:effectLst/>
      </p:bgPr>
    </p:bg>
    <p:spTree>
      <p:nvGrpSpPr>
        <p:cNvPr id="1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1" name="Google Shape;121;p15"/>
          <p:cNvGrpSpPr/>
          <p:nvPr/>
        </p:nvGrpSpPr>
        <p:grpSpPr>
          <a:xfrm>
            <a:off x="0" y="-325486"/>
            <a:ext cx="18288000" cy="706486"/>
            <a:chOff x="0" y="-85725"/>
            <a:chExt cx="4816593" cy="186071"/>
          </a:xfrm>
        </p:grpSpPr>
        <p:sp>
          <p:nvSpPr>
            <p:cNvPr id="122" name="Google Shape;122;p15"/>
            <p:cNvSpPr/>
            <p:nvPr/>
          </p:nvSpPr>
          <p:spPr>
            <a:xfrm>
              <a:off x="0" y="0"/>
              <a:ext cx="4816592" cy="100346"/>
            </a:xfrm>
            <a:custGeom>
              <a:avLst/>
              <a:gdLst/>
              <a:ahLst/>
              <a:cxnLst/>
              <a:rect l="l" t="t" r="r" b="b"/>
              <a:pathLst>
                <a:path w="4816592" h="100346" extrusionOk="0">
                  <a:moveTo>
                    <a:pt x="0" y="0"/>
                  </a:moveTo>
                  <a:lnTo>
                    <a:pt x="4816592" y="0"/>
                  </a:lnTo>
                  <a:lnTo>
                    <a:pt x="4816592" y="100346"/>
                  </a:lnTo>
                  <a:lnTo>
                    <a:pt x="0" y="100346"/>
                  </a:lnTo>
                  <a:close/>
                </a:path>
              </a:pathLst>
            </a:custGeom>
            <a:gradFill>
              <a:gsLst>
                <a:gs pos="0">
                  <a:srgbClr val="8C52FF"/>
                </a:gs>
                <a:gs pos="100000">
                  <a:srgbClr val="FFFFFF">
                    <a:alpha val="11372"/>
                  </a:srgbClr>
                </a:gs>
              </a:gsLst>
              <a:lin ang="0" scaled="0"/>
            </a:gradFill>
            <a:ln>
              <a:noFill/>
            </a:ln>
          </p:spPr>
          <p:txBody>
            <a:bodyPr/>
            <a:lstStyle/>
            <a:p>
              <a:endParaRPr lang="ro-RO"/>
            </a:p>
          </p:txBody>
        </p:sp>
        <p:sp>
          <p:nvSpPr>
            <p:cNvPr id="123" name="Google Shape;123;p15"/>
            <p:cNvSpPr txBox="1"/>
            <p:nvPr/>
          </p:nvSpPr>
          <p:spPr>
            <a:xfrm>
              <a:off x="0" y="-85725"/>
              <a:ext cx="4816593" cy="186071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2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26" name="Google Shape;126;p15"/>
          <p:cNvSpPr txBox="1"/>
          <p:nvPr/>
        </p:nvSpPr>
        <p:spPr>
          <a:xfrm>
            <a:off x="381000" y="9614535"/>
            <a:ext cx="4314825" cy="2914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sng" strike="noStrike" cap="none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  <a:hlinkClick r:id="rId3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Back to overview page</a:t>
            </a:r>
            <a:endParaRPr/>
          </a:p>
        </p:txBody>
      </p:sp>
      <p:sp>
        <p:nvSpPr>
          <p:cNvPr id="7" name="Titlu 6">
            <a:extLst>
              <a:ext uri="{FF2B5EF4-FFF2-40B4-BE49-F238E27FC236}">
                <a16:creationId xmlns:a16="http://schemas.microsoft.com/office/drawing/2014/main" id="{4475FC7C-F7F5-2BEC-B873-43C9AD98AC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ro-RO" dirty="0"/>
              <a:t>Prezentarea temei</a:t>
            </a:r>
            <a:br>
              <a:rPr lang="ro-RO" dirty="0"/>
            </a:br>
            <a:endParaRPr lang="ro-RO" dirty="0"/>
          </a:p>
        </p:txBody>
      </p:sp>
      <p:sp>
        <p:nvSpPr>
          <p:cNvPr id="8" name="Substituent text 7">
            <a:extLst>
              <a:ext uri="{FF2B5EF4-FFF2-40B4-BE49-F238E27FC236}">
                <a16:creationId xmlns:a16="http://schemas.microsoft.com/office/drawing/2014/main" id="{E5606ED5-60D8-0B22-A0E5-442A4A20E45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519866" y="5143501"/>
            <a:ext cx="6434400" cy="3945908"/>
          </a:xfrm>
        </p:spPr>
        <p:txBody>
          <a:bodyPr>
            <a:noAutofit/>
          </a:bodyPr>
          <a:lstStyle/>
          <a:p>
            <a:r>
              <a:rPr lang="ro-RO" sz="2800" dirty="0"/>
              <a:t>Serverul detectează (</a:t>
            </a:r>
            <a:r>
              <a:rPr lang="ro-RO" sz="2800" dirty="0" err="1"/>
              <a:t>Image</a:t>
            </a:r>
            <a:r>
              <a:rPr lang="ro-RO" sz="2800" dirty="0"/>
              <a:t> </a:t>
            </a:r>
            <a:r>
              <a:rPr lang="ro-RO" sz="2800" dirty="0" err="1"/>
              <a:t>detection</a:t>
            </a:r>
            <a:r>
              <a:rPr lang="ro-RO" sz="2800" dirty="0"/>
              <a:t>) răspunsurile selectate de studenți</a:t>
            </a:r>
            <a:r>
              <a:rPr lang="en-US" sz="2800" dirty="0"/>
              <a:t>.</a:t>
            </a:r>
          </a:p>
          <a:p>
            <a:r>
              <a:rPr lang="en-US" sz="2800" dirty="0"/>
              <a:t>C</a:t>
            </a:r>
            <a:r>
              <a:rPr lang="ro-RO" sz="2800" dirty="0"/>
              <a:t>ompară răspunsurile studenți</a:t>
            </a:r>
            <a:r>
              <a:rPr lang="en-US" sz="2800" dirty="0"/>
              <a:t>lor </a:t>
            </a:r>
            <a:r>
              <a:rPr lang="ro-RO" sz="2800" dirty="0"/>
              <a:t>cu răspunsurile corecte</a:t>
            </a:r>
            <a:r>
              <a:rPr lang="en-US" sz="2800" dirty="0"/>
              <a:t>.</a:t>
            </a:r>
          </a:p>
          <a:p>
            <a:r>
              <a:rPr lang="en-US" sz="2800" dirty="0" err="1"/>
              <a:t>Adună</a:t>
            </a:r>
            <a:r>
              <a:rPr lang="en-US" sz="2800" dirty="0"/>
              <a:t> </a:t>
            </a:r>
            <a:r>
              <a:rPr lang="en-US" sz="2800" dirty="0" err="1"/>
              <a:t>valorile</a:t>
            </a:r>
            <a:r>
              <a:rPr lang="en-US" sz="2800" dirty="0"/>
              <a:t> </a:t>
            </a:r>
            <a:r>
              <a:rPr lang="en-US" sz="2800" dirty="0" err="1"/>
              <a:t>corecte</a:t>
            </a:r>
            <a:r>
              <a:rPr lang="en-US" sz="2800" dirty="0"/>
              <a:t> </a:t>
            </a:r>
            <a:r>
              <a:rPr lang="en-US" sz="2800" dirty="0" err="1"/>
              <a:t>și</a:t>
            </a:r>
            <a:r>
              <a:rPr lang="en-US" sz="2800" dirty="0"/>
              <a:t> </a:t>
            </a:r>
            <a:r>
              <a:rPr lang="en-US" sz="2800" dirty="0" err="1"/>
              <a:t>returnează</a:t>
            </a:r>
            <a:r>
              <a:rPr lang="en-US" sz="2800" dirty="0"/>
              <a:t> nota </a:t>
            </a:r>
            <a:r>
              <a:rPr lang="en-US" sz="2800" dirty="0" err="1"/>
              <a:t>finală</a:t>
            </a:r>
            <a:r>
              <a:rPr lang="en-US" sz="2800" dirty="0"/>
              <a:t> </a:t>
            </a:r>
            <a:r>
              <a:rPr lang="en-US" sz="2800" dirty="0" err="1"/>
              <a:t>obținută</a:t>
            </a:r>
            <a:r>
              <a:rPr lang="en-US" sz="2800" dirty="0"/>
              <a:t> la </a:t>
            </a:r>
            <a:r>
              <a:rPr lang="en-US" sz="2800" dirty="0" err="1"/>
              <a:t>testul</a:t>
            </a:r>
            <a:r>
              <a:rPr lang="en-US" sz="2800" dirty="0"/>
              <a:t> </a:t>
            </a:r>
            <a:r>
              <a:rPr lang="en-US" sz="2800" dirty="0" err="1"/>
              <a:t>grilă</a:t>
            </a:r>
            <a:r>
              <a:rPr lang="en-US" sz="2800" dirty="0"/>
              <a:t>.</a:t>
            </a:r>
          </a:p>
          <a:p>
            <a:endParaRPr lang="ro-RO" sz="2800" dirty="0"/>
          </a:p>
        </p:txBody>
      </p:sp>
      <p:sp>
        <p:nvSpPr>
          <p:cNvPr id="9" name="CasetăText 8">
            <a:extLst>
              <a:ext uri="{FF2B5EF4-FFF2-40B4-BE49-F238E27FC236}">
                <a16:creationId xmlns:a16="http://schemas.microsoft.com/office/drawing/2014/main" id="{4FD99AF7-D264-BBC2-1971-4F73DC37E98B}"/>
              </a:ext>
            </a:extLst>
          </p:cNvPr>
          <p:cNvSpPr txBox="1"/>
          <p:nvPr/>
        </p:nvSpPr>
        <p:spPr>
          <a:xfrm>
            <a:off x="9751911" y="4078511"/>
            <a:ext cx="620235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o-RO" sz="3600" dirty="0" err="1">
                <a:solidFill>
                  <a:schemeClr val="bg1"/>
                </a:solidFill>
              </a:rPr>
              <a:t>Grading</a:t>
            </a:r>
            <a:r>
              <a:rPr lang="ro-RO" sz="3600" dirty="0">
                <a:solidFill>
                  <a:schemeClr val="bg1"/>
                </a:solidFill>
              </a:rPr>
              <a:t> </a:t>
            </a:r>
            <a:r>
              <a:rPr lang="ro-RO" sz="3600" dirty="0" err="1">
                <a:solidFill>
                  <a:schemeClr val="bg1"/>
                </a:solidFill>
              </a:rPr>
              <a:t>App</a:t>
            </a:r>
            <a:r>
              <a:rPr lang="ro-RO" sz="3600" dirty="0">
                <a:solidFill>
                  <a:schemeClr val="bg1"/>
                </a:solidFill>
              </a:rPr>
              <a:t> (</a:t>
            </a:r>
            <a:r>
              <a:rPr lang="ro-RO" sz="3600" dirty="0" err="1">
                <a:solidFill>
                  <a:schemeClr val="bg1"/>
                </a:solidFill>
              </a:rPr>
              <a:t>ZipGrade</a:t>
            </a:r>
            <a:r>
              <a:rPr lang="ro-RO" sz="3600" dirty="0">
                <a:solidFill>
                  <a:schemeClr val="bg1"/>
                </a:solidFill>
              </a:rPr>
              <a:t> </a:t>
            </a:r>
            <a:r>
              <a:rPr lang="ro-RO" sz="3600" dirty="0" err="1">
                <a:solidFill>
                  <a:schemeClr val="bg1"/>
                </a:solidFill>
              </a:rPr>
              <a:t>Like</a:t>
            </a:r>
            <a:r>
              <a:rPr lang="ro-RO" sz="3600" dirty="0">
                <a:solidFill>
                  <a:schemeClr val="bg1"/>
                </a:solidFill>
              </a:rPr>
              <a:t>)</a:t>
            </a:r>
          </a:p>
        </p:txBody>
      </p:sp>
    </p:spTree>
  </p:cSld>
  <p:clrMapOvr>
    <a:masterClrMapping/>
  </p:clrMapOvr>
  <p:transition spd="slow">
    <p:cover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0D39"/>
        </a:solidFill>
        <a:effectLst/>
      </p:bgPr>
    </p:bg>
    <p:spTree>
      <p:nvGrpSpPr>
        <p:cNvPr id="1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6"/>
          <p:cNvSpPr txBox="1"/>
          <p:nvPr/>
        </p:nvSpPr>
        <p:spPr>
          <a:xfrm>
            <a:off x="381000" y="381000"/>
            <a:ext cx="8001000" cy="9971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000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400" dirty="0" err="1">
                <a:solidFill>
                  <a:srgbClr val="A477FF"/>
                </a:solidFill>
                <a:latin typeface="Merriweather Sans Light"/>
                <a:sym typeface="Merriweather Sans Light"/>
              </a:rPr>
              <a:t>Arhitectura</a:t>
            </a:r>
            <a:r>
              <a:rPr lang="en-US" sz="5400" dirty="0">
                <a:solidFill>
                  <a:srgbClr val="A477FF"/>
                </a:solidFill>
                <a:latin typeface="Merriweather Sans Light"/>
                <a:sym typeface="Merriweather Sans Light"/>
              </a:rPr>
              <a:t> </a:t>
            </a:r>
            <a:r>
              <a:rPr lang="en-US" sz="5400" dirty="0" err="1">
                <a:solidFill>
                  <a:srgbClr val="A477FF"/>
                </a:solidFill>
                <a:latin typeface="Merriweather Sans Light"/>
                <a:sym typeface="Merriweather Sans Light"/>
              </a:rPr>
              <a:t>proiectului</a:t>
            </a:r>
            <a:endParaRPr sz="5400" dirty="0"/>
          </a:p>
        </p:txBody>
      </p:sp>
      <p:sp>
        <p:nvSpPr>
          <p:cNvPr id="135" name="Google Shape;135;p16"/>
          <p:cNvSpPr txBox="1"/>
          <p:nvPr/>
        </p:nvSpPr>
        <p:spPr>
          <a:xfrm>
            <a:off x="1757683" y="2399082"/>
            <a:ext cx="3537647" cy="80021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000" dirty="0">
                <a:solidFill>
                  <a:srgbClr val="F9F6FF"/>
                </a:solidFill>
                <a:latin typeface="Inclusive Sans"/>
                <a:cs typeface="Inclusive Sans"/>
                <a:sym typeface="Inclusive Sans"/>
              </a:rPr>
              <a:t>Server + Client</a:t>
            </a:r>
            <a:endParaRPr sz="4000" dirty="0"/>
          </a:p>
        </p:txBody>
      </p:sp>
      <p:sp>
        <p:nvSpPr>
          <p:cNvPr id="136" name="Google Shape;136;p16"/>
          <p:cNvSpPr txBox="1"/>
          <p:nvPr/>
        </p:nvSpPr>
        <p:spPr>
          <a:xfrm>
            <a:off x="381000" y="3903622"/>
            <a:ext cx="6593006" cy="31854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518166" marR="0" lvl="1" indent="-259082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9F6FF"/>
              </a:buClr>
              <a:buSzPts val="2400"/>
              <a:buFont typeface="Arial"/>
              <a:buChar char="•"/>
            </a:pPr>
            <a:r>
              <a:rPr lang="en-US" sz="3600" b="1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Connection-per-Request</a:t>
            </a:r>
            <a:endParaRPr lang="en-US" sz="3600" b="1" dirty="0">
              <a:solidFill>
                <a:srgbClr val="F9F6FF"/>
              </a:solidFill>
              <a:latin typeface="Inclusive Sans"/>
              <a:ea typeface="Inclusive Sans"/>
              <a:cs typeface="Inclusive Sans"/>
              <a:sym typeface="Inclusive Sans"/>
            </a:endParaRPr>
          </a:p>
          <a:p>
            <a:pPr marL="518166" marR="0" lvl="1" indent="-259082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9F6FF"/>
              </a:buClr>
              <a:buSzPts val="2400"/>
              <a:buFont typeface="Arial"/>
              <a:buChar char="•"/>
            </a:pPr>
            <a:r>
              <a:rPr lang="en-US" sz="3600" b="1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Relație</a:t>
            </a:r>
            <a:r>
              <a:rPr lang="en-US" sz="3600" b="1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 1 to many</a:t>
            </a:r>
          </a:p>
          <a:p>
            <a:pPr marL="518166" marR="0" lvl="1" indent="-259082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9F6FF"/>
              </a:buClr>
              <a:buSzPts val="2400"/>
              <a:buFont typeface="Arial"/>
              <a:buChar char="•"/>
            </a:pPr>
            <a:r>
              <a:rPr lang="en-US" sz="3600" b="1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Multiplexare</a:t>
            </a:r>
            <a:r>
              <a:rPr lang="en-US" sz="3600" b="1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 cu poll()</a:t>
            </a:r>
            <a:endParaRPr sz="3600" dirty="0"/>
          </a:p>
          <a:p>
            <a:pPr marL="518166" marR="0" lvl="1" indent="-259082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9F6FF"/>
              </a:buClr>
              <a:buSzPts val="2400"/>
              <a:buFont typeface="Arial"/>
              <a:buChar char="•"/>
            </a:pPr>
            <a:r>
              <a:rPr lang="it-IT" sz="3600" b="1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P</a:t>
            </a:r>
            <a:r>
              <a:rPr lang="it-IT" sz="3600" b="1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rocesare decuplată prin coadă FIFO</a:t>
            </a:r>
            <a:endParaRPr sz="3600" dirty="0"/>
          </a:p>
        </p:txBody>
      </p:sp>
      <p:sp>
        <p:nvSpPr>
          <p:cNvPr id="137" name="Google Shape;137;p16"/>
          <p:cNvSpPr txBox="1"/>
          <p:nvPr/>
        </p:nvSpPr>
        <p:spPr>
          <a:xfrm>
            <a:off x="381000" y="9614535"/>
            <a:ext cx="4314825" cy="2914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sng" strike="noStrike" cap="none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  <a:hlinkClick r:id="rId3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Back to overview page</a:t>
            </a:r>
            <a:endParaRPr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75D5A779-3B4C-F3AE-8871-2EC82A6F3A9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77130" y="2399082"/>
            <a:ext cx="10652889" cy="5488836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2000">
        <p15:prstTrans prst="fallOver"/>
      </p:transition>
    </mc:Choice>
    <mc:Fallback xmlns=""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0D39"/>
        </a:solidFill>
        <a:effectLst/>
      </p:bgPr>
    </p:bg>
    <p:spTree>
      <p:nvGrpSpPr>
        <p:cNvPr id="1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4" name="Google Shape;144;p17"/>
          <p:cNvGrpSpPr/>
          <p:nvPr/>
        </p:nvGrpSpPr>
        <p:grpSpPr>
          <a:xfrm>
            <a:off x="2041841" y="3451739"/>
            <a:ext cx="5433373" cy="738383"/>
            <a:chOff x="0" y="0"/>
            <a:chExt cx="1431002" cy="194470"/>
          </a:xfrm>
        </p:grpSpPr>
        <p:sp>
          <p:nvSpPr>
            <p:cNvPr id="145" name="Google Shape;145;p17"/>
            <p:cNvSpPr/>
            <p:nvPr/>
          </p:nvSpPr>
          <p:spPr>
            <a:xfrm>
              <a:off x="0" y="0"/>
              <a:ext cx="1430911" cy="194470"/>
            </a:xfrm>
            <a:custGeom>
              <a:avLst/>
              <a:gdLst/>
              <a:ahLst/>
              <a:cxnLst/>
              <a:rect l="l" t="t" r="r" b="b"/>
              <a:pathLst>
                <a:path w="1430911" h="194470" extrusionOk="0">
                  <a:moveTo>
                    <a:pt x="29925" y="0"/>
                  </a:moveTo>
                  <a:lnTo>
                    <a:pt x="1400986" y="0"/>
                  </a:lnTo>
                  <a:cubicBezTo>
                    <a:pt x="1408923" y="0"/>
                    <a:pt x="1416534" y="3153"/>
                    <a:pt x="1422146" y="8765"/>
                  </a:cubicBezTo>
                  <a:cubicBezTo>
                    <a:pt x="1427758" y="14377"/>
                    <a:pt x="1430911" y="21988"/>
                    <a:pt x="1430911" y="29925"/>
                  </a:cubicBezTo>
                  <a:lnTo>
                    <a:pt x="1430911" y="164545"/>
                  </a:lnTo>
                  <a:cubicBezTo>
                    <a:pt x="1430911" y="172482"/>
                    <a:pt x="1427758" y="180093"/>
                    <a:pt x="1422146" y="185705"/>
                  </a:cubicBezTo>
                  <a:cubicBezTo>
                    <a:pt x="1416534" y="191317"/>
                    <a:pt x="1408923" y="194470"/>
                    <a:pt x="1400986" y="194470"/>
                  </a:cubicBezTo>
                  <a:lnTo>
                    <a:pt x="29925" y="194470"/>
                  </a:lnTo>
                  <a:cubicBezTo>
                    <a:pt x="21988" y="194470"/>
                    <a:pt x="14377" y="191317"/>
                    <a:pt x="8765" y="185705"/>
                  </a:cubicBezTo>
                  <a:cubicBezTo>
                    <a:pt x="3153" y="180093"/>
                    <a:pt x="0" y="172482"/>
                    <a:pt x="0" y="164545"/>
                  </a:cubicBezTo>
                  <a:lnTo>
                    <a:pt x="0" y="29925"/>
                  </a:lnTo>
                  <a:cubicBezTo>
                    <a:pt x="0" y="21988"/>
                    <a:pt x="3153" y="14377"/>
                    <a:pt x="8765" y="8765"/>
                  </a:cubicBezTo>
                  <a:cubicBezTo>
                    <a:pt x="14377" y="3153"/>
                    <a:pt x="21988" y="0"/>
                    <a:pt x="29925" y="0"/>
                  </a:cubicBezTo>
                  <a:close/>
                </a:path>
              </a:pathLst>
            </a:custGeom>
            <a:gradFill>
              <a:gsLst>
                <a:gs pos="0">
                  <a:srgbClr val="8C52FF"/>
                </a:gs>
                <a:gs pos="100000">
                  <a:srgbClr val="FFFFFF">
                    <a:alpha val="11372"/>
                  </a:srgbClr>
                </a:gs>
              </a:gsLst>
              <a:lin ang="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6" name="Google Shape;146;p17"/>
            <p:cNvSpPr txBox="1"/>
            <p:nvPr/>
          </p:nvSpPr>
          <p:spPr>
            <a:xfrm>
              <a:off x="2" y="3"/>
              <a:ext cx="1431000" cy="194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40013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999" b="0" i="0" u="none" strike="noStrike" cap="none" dirty="0" err="1">
                  <a:solidFill>
                    <a:srgbClr val="F9F6FF"/>
                  </a:solidFill>
                  <a:latin typeface="Inclusive Sans"/>
                  <a:ea typeface="Inclusive Sans"/>
                  <a:cs typeface="Inclusive Sans"/>
                  <a:sym typeface="Inclusive Sans"/>
                </a:rPr>
                <a:t>Primul</a:t>
              </a:r>
              <a:r>
                <a:rPr lang="en-US" sz="2999" b="0" i="0" u="none" strike="noStrike" cap="none" dirty="0">
                  <a:solidFill>
                    <a:srgbClr val="F9F6FF"/>
                  </a:solidFill>
                  <a:latin typeface="Inclusive Sans"/>
                  <a:ea typeface="Inclusive Sans"/>
                  <a:cs typeface="Inclusive Sans"/>
                  <a:sym typeface="Inclusive Sans"/>
                </a:rPr>
                <a:t> pas</a:t>
              </a:r>
              <a:endParaRPr lang="en-US" dirty="0"/>
            </a:p>
          </p:txBody>
        </p:sp>
      </p:grpSp>
      <p:grpSp>
        <p:nvGrpSpPr>
          <p:cNvPr id="147" name="Google Shape;147;p17"/>
          <p:cNvGrpSpPr/>
          <p:nvPr/>
        </p:nvGrpSpPr>
        <p:grpSpPr>
          <a:xfrm>
            <a:off x="10742158" y="3122067"/>
            <a:ext cx="5433329" cy="1483549"/>
            <a:chOff x="-1" y="0"/>
            <a:chExt cx="1431000" cy="194470"/>
          </a:xfrm>
        </p:grpSpPr>
        <p:sp>
          <p:nvSpPr>
            <p:cNvPr id="148" name="Google Shape;148;p17"/>
            <p:cNvSpPr/>
            <p:nvPr/>
          </p:nvSpPr>
          <p:spPr>
            <a:xfrm>
              <a:off x="0" y="0"/>
              <a:ext cx="1430911" cy="194470"/>
            </a:xfrm>
            <a:custGeom>
              <a:avLst/>
              <a:gdLst/>
              <a:ahLst/>
              <a:cxnLst/>
              <a:rect l="l" t="t" r="r" b="b"/>
              <a:pathLst>
                <a:path w="1430911" h="194470" extrusionOk="0">
                  <a:moveTo>
                    <a:pt x="29925" y="0"/>
                  </a:moveTo>
                  <a:lnTo>
                    <a:pt x="1400986" y="0"/>
                  </a:lnTo>
                  <a:cubicBezTo>
                    <a:pt x="1408923" y="0"/>
                    <a:pt x="1416534" y="3153"/>
                    <a:pt x="1422146" y="8765"/>
                  </a:cubicBezTo>
                  <a:cubicBezTo>
                    <a:pt x="1427758" y="14377"/>
                    <a:pt x="1430911" y="21988"/>
                    <a:pt x="1430911" y="29925"/>
                  </a:cubicBezTo>
                  <a:lnTo>
                    <a:pt x="1430911" y="164545"/>
                  </a:lnTo>
                  <a:cubicBezTo>
                    <a:pt x="1430911" y="172482"/>
                    <a:pt x="1427758" y="180093"/>
                    <a:pt x="1422146" y="185705"/>
                  </a:cubicBezTo>
                  <a:cubicBezTo>
                    <a:pt x="1416534" y="191317"/>
                    <a:pt x="1408923" y="194470"/>
                    <a:pt x="1400986" y="194470"/>
                  </a:cubicBezTo>
                  <a:lnTo>
                    <a:pt x="29925" y="194470"/>
                  </a:lnTo>
                  <a:cubicBezTo>
                    <a:pt x="21988" y="194470"/>
                    <a:pt x="14377" y="191317"/>
                    <a:pt x="8765" y="185705"/>
                  </a:cubicBezTo>
                  <a:cubicBezTo>
                    <a:pt x="3153" y="180093"/>
                    <a:pt x="0" y="172482"/>
                    <a:pt x="0" y="164545"/>
                  </a:cubicBezTo>
                  <a:lnTo>
                    <a:pt x="0" y="29925"/>
                  </a:lnTo>
                  <a:cubicBezTo>
                    <a:pt x="0" y="21988"/>
                    <a:pt x="3153" y="14377"/>
                    <a:pt x="8765" y="8765"/>
                  </a:cubicBezTo>
                  <a:cubicBezTo>
                    <a:pt x="14377" y="3153"/>
                    <a:pt x="21988" y="0"/>
                    <a:pt x="29925" y="0"/>
                  </a:cubicBezTo>
                  <a:close/>
                </a:path>
              </a:pathLst>
            </a:custGeom>
            <a:gradFill>
              <a:gsLst>
                <a:gs pos="0">
                  <a:srgbClr val="8C52FF"/>
                </a:gs>
                <a:gs pos="100000">
                  <a:srgbClr val="FFFFFF">
                    <a:alpha val="11372"/>
                  </a:srgbClr>
                </a:gs>
              </a:gsLst>
              <a:lin ang="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9" name="Google Shape;149;p17"/>
            <p:cNvSpPr txBox="1"/>
            <p:nvPr/>
          </p:nvSpPr>
          <p:spPr>
            <a:xfrm>
              <a:off x="-1" y="8404"/>
              <a:ext cx="1431000" cy="186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40013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999" b="0" i="0" u="none" strike="noStrike" cap="none" dirty="0" err="1">
                  <a:solidFill>
                    <a:srgbClr val="F9F6FF"/>
                  </a:solidFill>
                  <a:latin typeface="Inclusive Sans"/>
                  <a:ea typeface="Inclusive Sans"/>
                  <a:cs typeface="Inclusive Sans"/>
                  <a:sym typeface="Inclusive Sans"/>
                </a:rPr>
                <a:t>Crearea</a:t>
              </a:r>
              <a:r>
                <a:rPr lang="en-US" sz="2999" b="0" i="0" u="none" strike="noStrike" cap="none" dirty="0">
                  <a:solidFill>
                    <a:srgbClr val="F9F6FF"/>
                  </a:solidFill>
                  <a:latin typeface="Inclusive Sans"/>
                  <a:ea typeface="Inclusive Sans"/>
                  <a:cs typeface="Inclusive Sans"/>
                  <a:sym typeface="Inclusive Sans"/>
                </a:rPr>
                <a:t> </a:t>
              </a:r>
              <a:r>
                <a:rPr lang="en-US" sz="2999" b="0" i="0" u="none" strike="noStrike" cap="none" dirty="0" err="1">
                  <a:solidFill>
                    <a:srgbClr val="F9F6FF"/>
                  </a:solidFill>
                  <a:latin typeface="Inclusive Sans"/>
                  <a:ea typeface="Inclusive Sans"/>
                  <a:cs typeface="Inclusive Sans"/>
                  <a:sym typeface="Inclusive Sans"/>
                </a:rPr>
                <a:t>Firelor</a:t>
              </a:r>
              <a:r>
                <a:rPr lang="en-US" sz="2999" b="0" i="0" u="none" strike="noStrike" cap="none" dirty="0">
                  <a:solidFill>
                    <a:srgbClr val="F9F6FF"/>
                  </a:solidFill>
                  <a:latin typeface="Inclusive Sans"/>
                  <a:ea typeface="Inclusive Sans"/>
                  <a:cs typeface="Inclusive Sans"/>
                  <a:sym typeface="Inclusive Sans"/>
                </a:rPr>
                <a:t> de </a:t>
              </a:r>
              <a:r>
                <a:rPr lang="en-US" sz="2999" b="0" i="0" u="none" strike="noStrike" cap="none" dirty="0" err="1">
                  <a:solidFill>
                    <a:srgbClr val="F9F6FF"/>
                  </a:solidFill>
                  <a:latin typeface="Inclusive Sans"/>
                  <a:ea typeface="Inclusive Sans"/>
                  <a:cs typeface="Inclusive Sans"/>
                  <a:sym typeface="Inclusive Sans"/>
                </a:rPr>
                <a:t>Execuție</a:t>
              </a:r>
              <a:r>
                <a:rPr lang="en-US" sz="2999" b="0" i="0" u="none" strike="noStrike" cap="none" dirty="0">
                  <a:solidFill>
                    <a:srgbClr val="F9F6FF"/>
                  </a:solidFill>
                  <a:latin typeface="Inclusive Sans"/>
                  <a:ea typeface="Inclusive Sans"/>
                  <a:cs typeface="Inclusive Sans"/>
                  <a:sym typeface="Inclusive Sans"/>
                </a:rPr>
                <a:t> (Threads)</a:t>
              </a:r>
              <a:endParaRPr lang="en-US" dirty="0"/>
            </a:p>
          </p:txBody>
        </p:sp>
      </p:grpSp>
      <p:cxnSp>
        <p:nvCxnSpPr>
          <p:cNvPr id="150" name="Google Shape;150;p17"/>
          <p:cNvCxnSpPr/>
          <p:nvPr/>
        </p:nvCxnSpPr>
        <p:spPr>
          <a:xfrm>
            <a:off x="3980494" y="5911504"/>
            <a:ext cx="1555685" cy="0"/>
          </a:xfrm>
          <a:prstGeom prst="straightConnector1">
            <a:avLst/>
          </a:prstGeom>
          <a:noFill/>
          <a:ln w="9525" cap="flat" cmpd="sng">
            <a:solidFill>
              <a:srgbClr val="F9F6FF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152" name="Google Shape;152;p17"/>
          <p:cNvCxnSpPr/>
          <p:nvPr/>
        </p:nvCxnSpPr>
        <p:spPr>
          <a:xfrm>
            <a:off x="12680981" y="5528834"/>
            <a:ext cx="1555685" cy="0"/>
          </a:xfrm>
          <a:prstGeom prst="straightConnector1">
            <a:avLst/>
          </a:prstGeom>
          <a:noFill/>
          <a:ln w="9525" cap="flat" cmpd="sng">
            <a:solidFill>
              <a:srgbClr val="F9F6FF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153" name="Google Shape;153;p17"/>
          <p:cNvCxnSpPr/>
          <p:nvPr/>
        </p:nvCxnSpPr>
        <p:spPr>
          <a:xfrm>
            <a:off x="12739304" y="6831353"/>
            <a:ext cx="1555685" cy="0"/>
          </a:xfrm>
          <a:prstGeom prst="straightConnector1">
            <a:avLst/>
          </a:prstGeom>
          <a:noFill/>
          <a:ln w="9525" cap="flat" cmpd="sng">
            <a:solidFill>
              <a:srgbClr val="F9F6FF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154" name="Google Shape;154;p17"/>
          <p:cNvCxnSpPr/>
          <p:nvPr/>
        </p:nvCxnSpPr>
        <p:spPr>
          <a:xfrm rot="10800000">
            <a:off x="9144000" y="3451739"/>
            <a:ext cx="0" cy="5235790"/>
          </a:xfrm>
          <a:prstGeom prst="straightConnector1">
            <a:avLst/>
          </a:prstGeom>
          <a:noFill/>
          <a:ln w="9525" cap="flat" cmpd="sng">
            <a:solidFill>
              <a:srgbClr val="F9F6FF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155" name="Google Shape;155;p17"/>
          <p:cNvSpPr txBox="1"/>
          <p:nvPr/>
        </p:nvSpPr>
        <p:spPr>
          <a:xfrm>
            <a:off x="2326879" y="6220946"/>
            <a:ext cx="4949759" cy="10768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4001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2499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Asteapta ca clientul sa trimita baremul si poza </a:t>
            </a:r>
            <a:endParaRPr lang="en-US" dirty="0"/>
          </a:p>
        </p:txBody>
      </p:sp>
      <p:grpSp>
        <p:nvGrpSpPr>
          <p:cNvPr id="156" name="Google Shape;156;p17"/>
          <p:cNvGrpSpPr/>
          <p:nvPr/>
        </p:nvGrpSpPr>
        <p:grpSpPr>
          <a:xfrm>
            <a:off x="1028700" y="902849"/>
            <a:ext cx="16230600" cy="1682986"/>
            <a:chOff x="0" y="0"/>
            <a:chExt cx="21640800" cy="2243980"/>
          </a:xfrm>
        </p:grpSpPr>
        <p:sp>
          <p:nvSpPr>
            <p:cNvPr id="157" name="Google Shape;157;p17"/>
            <p:cNvSpPr txBox="1"/>
            <p:nvPr/>
          </p:nvSpPr>
          <p:spPr>
            <a:xfrm>
              <a:off x="0" y="0"/>
              <a:ext cx="21640800" cy="157581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marR="0" lvl="0" indent="0" algn="ctr" rtl="0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6400" b="0" i="0" u="none" strike="noStrike" cap="none" dirty="0" err="1">
                  <a:solidFill>
                    <a:srgbClr val="A477FF"/>
                  </a:solidFill>
                  <a:latin typeface="Merriweather Sans Light"/>
                  <a:ea typeface="Merriweather Sans Light"/>
                  <a:cs typeface="Merriweather Sans Light"/>
                  <a:sym typeface="Merriweather Sans Light"/>
                </a:rPr>
                <a:t>Serverul</a:t>
              </a:r>
              <a:endParaRPr dirty="0"/>
            </a:p>
          </p:txBody>
        </p:sp>
        <p:sp>
          <p:nvSpPr>
            <p:cNvPr id="158" name="Google Shape;158;p17"/>
            <p:cNvSpPr txBox="1"/>
            <p:nvPr/>
          </p:nvSpPr>
          <p:spPr>
            <a:xfrm>
              <a:off x="0" y="1550458"/>
              <a:ext cx="21640800" cy="69352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marR="0" lvl="0" indent="0" algn="ctr" rtl="0">
                <a:lnSpc>
                  <a:spcPct val="13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600" b="0" i="0" u="none" strike="noStrike" cap="none" dirty="0" err="1">
                  <a:solidFill>
                    <a:srgbClr val="F9F6FF"/>
                  </a:solidFill>
                  <a:latin typeface="Inclusive Sans"/>
                  <a:ea typeface="Inclusive Sans"/>
                  <a:cs typeface="Inclusive Sans"/>
                  <a:sym typeface="Inclusive Sans"/>
                </a:rPr>
                <a:t>Inițializarea</a:t>
              </a:r>
              <a:endParaRPr lang="en-US" sz="1200" dirty="0"/>
            </a:p>
          </p:txBody>
        </p:sp>
      </p:grpSp>
      <p:sp>
        <p:nvSpPr>
          <p:cNvPr id="159" name="Google Shape;159;p17"/>
          <p:cNvSpPr txBox="1"/>
          <p:nvPr/>
        </p:nvSpPr>
        <p:spPr>
          <a:xfrm>
            <a:off x="2326879" y="4530478"/>
            <a:ext cx="4743643" cy="10768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4001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99" b="0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Pregatire</a:t>
            </a:r>
            <a:r>
              <a:rPr lang="en-US" sz="2499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 </a:t>
            </a:r>
            <a:r>
              <a:rPr lang="en-US" sz="2499" b="0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coada</a:t>
            </a:r>
            <a:r>
              <a:rPr lang="en-US" sz="2499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 FIFO, mutex </a:t>
            </a:r>
            <a:r>
              <a:rPr lang="en-US" sz="2499" b="0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si</a:t>
            </a:r>
            <a:r>
              <a:rPr lang="en-US" sz="2499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 </a:t>
            </a:r>
            <a:r>
              <a:rPr lang="en-US" sz="2499" b="0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variabila</a:t>
            </a:r>
            <a:r>
              <a:rPr lang="en-US" sz="2499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 de </a:t>
            </a:r>
            <a:r>
              <a:rPr lang="en-US" sz="2499" b="0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conditie</a:t>
            </a:r>
            <a:endParaRPr lang="en-US" dirty="0"/>
          </a:p>
        </p:txBody>
      </p:sp>
      <p:sp>
        <p:nvSpPr>
          <p:cNvPr id="161" name="Google Shape;161;p17"/>
          <p:cNvSpPr txBox="1"/>
          <p:nvPr/>
        </p:nvSpPr>
        <p:spPr>
          <a:xfrm>
            <a:off x="10359034" y="4799687"/>
            <a:ext cx="6199578" cy="5384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1" indent="0" algn="ctr" rtl="0">
              <a:lnSpc>
                <a:spcPct val="14001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nn-NO" sz="2499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t_i: Firul INET (Rețea)</a:t>
            </a:r>
            <a:endParaRPr lang="en-US" dirty="0"/>
          </a:p>
        </p:txBody>
      </p:sp>
      <p:sp>
        <p:nvSpPr>
          <p:cNvPr id="162" name="Google Shape;162;p17"/>
          <p:cNvSpPr txBox="1"/>
          <p:nvPr/>
        </p:nvSpPr>
        <p:spPr>
          <a:xfrm>
            <a:off x="10954007" y="5528834"/>
            <a:ext cx="5126277" cy="10768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1" indent="0" algn="ctr" rtl="0">
              <a:lnSpc>
                <a:spcPct val="14001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99" b="0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t_w</a:t>
            </a:r>
            <a:r>
              <a:rPr lang="en-US" sz="2499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: </a:t>
            </a:r>
            <a:r>
              <a:rPr lang="en-US" sz="2499" b="0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Firul</a:t>
            </a:r>
            <a:r>
              <a:rPr lang="en-US" sz="2499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 Worker (</a:t>
            </a:r>
            <a:r>
              <a:rPr lang="en-US" sz="2499" b="0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Procesare</a:t>
            </a:r>
            <a:r>
              <a:rPr lang="en-US" sz="2499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 </a:t>
            </a:r>
            <a:r>
              <a:rPr lang="en-US" sz="2499" b="0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Optică</a:t>
            </a:r>
            <a:r>
              <a:rPr lang="en-US" sz="2499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)</a:t>
            </a:r>
            <a:endParaRPr lang="en-US" dirty="0"/>
          </a:p>
        </p:txBody>
      </p:sp>
      <p:sp>
        <p:nvSpPr>
          <p:cNvPr id="163" name="Google Shape;163;p17"/>
          <p:cNvSpPr txBox="1"/>
          <p:nvPr/>
        </p:nvSpPr>
        <p:spPr>
          <a:xfrm>
            <a:off x="10895685" y="6849927"/>
            <a:ext cx="5242922" cy="10768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1" indent="0" algn="ctr" rtl="0">
              <a:lnSpc>
                <a:spcPct val="14001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99" b="0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t_a</a:t>
            </a:r>
            <a:r>
              <a:rPr lang="en-US" sz="2499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: </a:t>
            </a:r>
            <a:r>
              <a:rPr lang="en-US" sz="2499" b="0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Firul</a:t>
            </a:r>
            <a:r>
              <a:rPr lang="en-US" sz="2499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 Admin (Management Local)</a:t>
            </a:r>
            <a:endParaRPr lang="en-US" dirty="0"/>
          </a:p>
        </p:txBody>
      </p:sp>
      <p:sp>
        <p:nvSpPr>
          <p:cNvPr id="164" name="Google Shape;164;p17"/>
          <p:cNvSpPr txBox="1"/>
          <p:nvPr/>
        </p:nvSpPr>
        <p:spPr>
          <a:xfrm>
            <a:off x="381000" y="9614535"/>
            <a:ext cx="4314825" cy="2914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sng" strike="noStrike" cap="none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  <a:hlinkClick r:id="rId3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Back to overview page</a:t>
            </a:r>
            <a:endParaRPr/>
          </a:p>
        </p:txBody>
      </p:sp>
      <p:grpSp>
        <p:nvGrpSpPr>
          <p:cNvPr id="165" name="Google Shape;165;p17"/>
          <p:cNvGrpSpPr/>
          <p:nvPr/>
        </p:nvGrpSpPr>
        <p:grpSpPr>
          <a:xfrm>
            <a:off x="0" y="-325486"/>
            <a:ext cx="18288000" cy="706486"/>
            <a:chOff x="0" y="-85725"/>
            <a:chExt cx="4816593" cy="186071"/>
          </a:xfrm>
        </p:grpSpPr>
        <p:sp>
          <p:nvSpPr>
            <p:cNvPr id="166" name="Google Shape;166;p17"/>
            <p:cNvSpPr/>
            <p:nvPr/>
          </p:nvSpPr>
          <p:spPr>
            <a:xfrm>
              <a:off x="0" y="0"/>
              <a:ext cx="4816592" cy="100346"/>
            </a:xfrm>
            <a:custGeom>
              <a:avLst/>
              <a:gdLst/>
              <a:ahLst/>
              <a:cxnLst/>
              <a:rect l="l" t="t" r="r" b="b"/>
              <a:pathLst>
                <a:path w="4816592" h="100346" extrusionOk="0">
                  <a:moveTo>
                    <a:pt x="0" y="0"/>
                  </a:moveTo>
                  <a:lnTo>
                    <a:pt x="4816592" y="0"/>
                  </a:lnTo>
                  <a:lnTo>
                    <a:pt x="4816592" y="100346"/>
                  </a:lnTo>
                  <a:lnTo>
                    <a:pt x="0" y="100346"/>
                  </a:lnTo>
                  <a:close/>
                </a:path>
              </a:pathLst>
            </a:custGeom>
            <a:gradFill>
              <a:gsLst>
                <a:gs pos="0">
                  <a:srgbClr val="8C52FF"/>
                </a:gs>
                <a:gs pos="100000">
                  <a:srgbClr val="FFFFFF">
                    <a:alpha val="11372"/>
                  </a:srgbClr>
                </a:gs>
              </a:gsLst>
              <a:lin ang="0" scaled="0"/>
            </a:gradFill>
            <a:ln>
              <a:noFill/>
            </a:ln>
          </p:spPr>
          <p:txBody>
            <a:bodyPr/>
            <a:lstStyle/>
            <a:p>
              <a:endParaRPr lang="ro-RO"/>
            </a:p>
          </p:txBody>
        </p:sp>
        <p:sp>
          <p:nvSpPr>
            <p:cNvPr id="167" name="Google Shape;167;p17"/>
            <p:cNvSpPr txBox="1"/>
            <p:nvPr/>
          </p:nvSpPr>
          <p:spPr>
            <a:xfrm>
              <a:off x="0" y="-85725"/>
              <a:ext cx="4816593" cy="186071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2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cxnSp>
        <p:nvCxnSpPr>
          <p:cNvPr id="3" name="Google Shape;153;p17">
            <a:extLst>
              <a:ext uri="{FF2B5EF4-FFF2-40B4-BE49-F238E27FC236}">
                <a16:creationId xmlns:a16="http://schemas.microsoft.com/office/drawing/2014/main" id="{76BA5449-A5C4-2B55-B075-8C5198B106EA}"/>
              </a:ext>
            </a:extLst>
          </p:cNvPr>
          <p:cNvCxnSpPr/>
          <p:nvPr/>
        </p:nvCxnSpPr>
        <p:spPr>
          <a:xfrm>
            <a:off x="12739304" y="8083714"/>
            <a:ext cx="1555685" cy="0"/>
          </a:xfrm>
          <a:prstGeom prst="straightConnector1">
            <a:avLst/>
          </a:prstGeom>
          <a:noFill/>
          <a:ln w="9525" cap="flat" cmpd="sng">
            <a:solidFill>
              <a:srgbClr val="F9F6FF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4" name="CasetăText 3">
            <a:extLst>
              <a:ext uri="{FF2B5EF4-FFF2-40B4-BE49-F238E27FC236}">
                <a16:creationId xmlns:a16="http://schemas.microsoft.com/office/drawing/2014/main" id="{4B04F57D-F28C-2BFE-48E8-6BDE00C51D8E}"/>
              </a:ext>
            </a:extLst>
          </p:cNvPr>
          <p:cNvSpPr txBox="1"/>
          <p:nvPr/>
        </p:nvSpPr>
        <p:spPr>
          <a:xfrm>
            <a:off x="10895685" y="8323766"/>
            <a:ext cx="5620449" cy="4770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o-RO" sz="2500" dirty="0" err="1">
                <a:solidFill>
                  <a:schemeClr val="bg1"/>
                </a:solidFill>
              </a:rPr>
              <a:t>t_n</a:t>
            </a:r>
            <a:r>
              <a:rPr lang="ro-RO" sz="2500" dirty="0">
                <a:solidFill>
                  <a:schemeClr val="bg1"/>
                </a:solidFill>
              </a:rPr>
              <a:t>: Firul </a:t>
            </a:r>
            <a:r>
              <a:rPr lang="ro-RO" sz="2500" dirty="0" err="1">
                <a:solidFill>
                  <a:schemeClr val="bg1"/>
                </a:solidFill>
              </a:rPr>
              <a:t>INotify</a:t>
            </a:r>
            <a:r>
              <a:rPr lang="ro-RO" sz="2500" dirty="0">
                <a:solidFill>
                  <a:schemeClr val="bg1"/>
                </a:solidFill>
              </a:rPr>
              <a:t> (Monitorizare </a:t>
            </a:r>
            <a:r>
              <a:rPr lang="ro-RO" sz="2500" dirty="0" err="1">
                <a:solidFill>
                  <a:schemeClr val="bg1"/>
                </a:solidFill>
              </a:rPr>
              <a:t>Kernel</a:t>
            </a:r>
            <a:r>
              <a:rPr lang="ro-RO" sz="2500" dirty="0">
                <a:solidFill>
                  <a:schemeClr val="bg1"/>
                </a:solidFill>
              </a:rPr>
              <a:t>)</a:t>
            </a:r>
          </a:p>
        </p:txBody>
      </p:sp>
    </p:spTree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airplane"/>
      </p:transition>
    </mc:Choice>
    <mc:Fallback xmlns=""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0D39"/>
        </a:solidFill>
        <a:effectLst/>
      </p:bgPr>
    </p:bg>
    <p:spTree>
      <p:nvGrpSpPr>
        <p:cNvPr id="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2" name="Google Shape;172;p18"/>
          <p:cNvGrpSpPr/>
          <p:nvPr/>
        </p:nvGrpSpPr>
        <p:grpSpPr>
          <a:xfrm>
            <a:off x="7553325" y="238879"/>
            <a:ext cx="10353675" cy="2095471"/>
            <a:chOff x="0" y="-38100"/>
            <a:chExt cx="2726894" cy="551894"/>
          </a:xfrm>
        </p:grpSpPr>
        <p:sp>
          <p:nvSpPr>
            <p:cNvPr id="173" name="Google Shape;173;p18"/>
            <p:cNvSpPr/>
            <p:nvPr/>
          </p:nvSpPr>
          <p:spPr>
            <a:xfrm>
              <a:off x="0" y="0"/>
              <a:ext cx="2726894" cy="513794"/>
            </a:xfrm>
            <a:custGeom>
              <a:avLst/>
              <a:gdLst/>
              <a:ahLst/>
              <a:cxnLst/>
              <a:rect l="l" t="t" r="r" b="b"/>
              <a:pathLst>
                <a:path w="2726894" h="513794" extrusionOk="0">
                  <a:moveTo>
                    <a:pt x="14955" y="0"/>
                  </a:moveTo>
                  <a:lnTo>
                    <a:pt x="2711939" y="0"/>
                  </a:lnTo>
                  <a:cubicBezTo>
                    <a:pt x="2720198" y="0"/>
                    <a:pt x="2726894" y="6696"/>
                    <a:pt x="2726894" y="14955"/>
                  </a:cubicBezTo>
                  <a:lnTo>
                    <a:pt x="2726894" y="498839"/>
                  </a:lnTo>
                  <a:cubicBezTo>
                    <a:pt x="2726894" y="507098"/>
                    <a:pt x="2720198" y="513794"/>
                    <a:pt x="2711939" y="513794"/>
                  </a:cubicBezTo>
                  <a:lnTo>
                    <a:pt x="14955" y="513794"/>
                  </a:lnTo>
                  <a:cubicBezTo>
                    <a:pt x="6696" y="513794"/>
                    <a:pt x="0" y="507098"/>
                    <a:pt x="0" y="498839"/>
                  </a:cubicBezTo>
                  <a:lnTo>
                    <a:pt x="0" y="14955"/>
                  </a:lnTo>
                  <a:cubicBezTo>
                    <a:pt x="0" y="6696"/>
                    <a:pt x="6696" y="0"/>
                    <a:pt x="14955" y="0"/>
                  </a:cubicBezTo>
                  <a:close/>
                </a:path>
              </a:pathLst>
            </a:custGeom>
            <a:gradFill>
              <a:gsLst>
                <a:gs pos="0">
                  <a:srgbClr val="8C52FF"/>
                </a:gs>
                <a:gs pos="100000">
                  <a:srgbClr val="FFFFFF">
                    <a:alpha val="11372"/>
                  </a:srgbClr>
                </a:gs>
              </a:gsLst>
              <a:lin ang="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4" name="Google Shape;174;p18"/>
            <p:cNvSpPr txBox="1"/>
            <p:nvPr/>
          </p:nvSpPr>
          <p:spPr>
            <a:xfrm>
              <a:off x="0" y="-38100"/>
              <a:ext cx="2726894" cy="55189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47722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75" name="Google Shape;175;p18"/>
          <p:cNvGrpSpPr/>
          <p:nvPr/>
        </p:nvGrpSpPr>
        <p:grpSpPr>
          <a:xfrm>
            <a:off x="7553325" y="2762762"/>
            <a:ext cx="10353675" cy="2095471"/>
            <a:chOff x="0" y="-38100"/>
            <a:chExt cx="2726894" cy="551894"/>
          </a:xfrm>
        </p:grpSpPr>
        <p:sp>
          <p:nvSpPr>
            <p:cNvPr id="176" name="Google Shape;176;p18"/>
            <p:cNvSpPr/>
            <p:nvPr/>
          </p:nvSpPr>
          <p:spPr>
            <a:xfrm>
              <a:off x="0" y="0"/>
              <a:ext cx="2726894" cy="513794"/>
            </a:xfrm>
            <a:custGeom>
              <a:avLst/>
              <a:gdLst/>
              <a:ahLst/>
              <a:cxnLst/>
              <a:rect l="l" t="t" r="r" b="b"/>
              <a:pathLst>
                <a:path w="2726894" h="513794" extrusionOk="0">
                  <a:moveTo>
                    <a:pt x="14955" y="0"/>
                  </a:moveTo>
                  <a:lnTo>
                    <a:pt x="2711939" y="0"/>
                  </a:lnTo>
                  <a:cubicBezTo>
                    <a:pt x="2720198" y="0"/>
                    <a:pt x="2726894" y="6696"/>
                    <a:pt x="2726894" y="14955"/>
                  </a:cubicBezTo>
                  <a:lnTo>
                    <a:pt x="2726894" y="498839"/>
                  </a:lnTo>
                  <a:cubicBezTo>
                    <a:pt x="2726894" y="507098"/>
                    <a:pt x="2720198" y="513794"/>
                    <a:pt x="2711939" y="513794"/>
                  </a:cubicBezTo>
                  <a:lnTo>
                    <a:pt x="14955" y="513794"/>
                  </a:lnTo>
                  <a:cubicBezTo>
                    <a:pt x="6696" y="513794"/>
                    <a:pt x="0" y="507098"/>
                    <a:pt x="0" y="498839"/>
                  </a:cubicBezTo>
                  <a:lnTo>
                    <a:pt x="0" y="14955"/>
                  </a:lnTo>
                  <a:cubicBezTo>
                    <a:pt x="0" y="6696"/>
                    <a:pt x="6696" y="0"/>
                    <a:pt x="14955" y="0"/>
                  </a:cubicBezTo>
                  <a:close/>
                </a:path>
              </a:pathLst>
            </a:custGeom>
            <a:gradFill>
              <a:gsLst>
                <a:gs pos="0">
                  <a:srgbClr val="8C52FF"/>
                </a:gs>
                <a:gs pos="100000">
                  <a:srgbClr val="FFFFFF">
                    <a:alpha val="11372"/>
                  </a:srgbClr>
                </a:gs>
              </a:gsLst>
              <a:lin ang="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7" name="Google Shape;177;p18"/>
            <p:cNvSpPr txBox="1"/>
            <p:nvPr/>
          </p:nvSpPr>
          <p:spPr>
            <a:xfrm>
              <a:off x="0" y="-38100"/>
              <a:ext cx="2726894" cy="55189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47722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78" name="Google Shape;178;p18"/>
          <p:cNvGrpSpPr/>
          <p:nvPr/>
        </p:nvGrpSpPr>
        <p:grpSpPr>
          <a:xfrm>
            <a:off x="7553325" y="5286646"/>
            <a:ext cx="10353675" cy="2095471"/>
            <a:chOff x="0" y="-38100"/>
            <a:chExt cx="2726894" cy="551894"/>
          </a:xfrm>
        </p:grpSpPr>
        <p:sp>
          <p:nvSpPr>
            <p:cNvPr id="179" name="Google Shape;179;p18"/>
            <p:cNvSpPr/>
            <p:nvPr/>
          </p:nvSpPr>
          <p:spPr>
            <a:xfrm>
              <a:off x="0" y="0"/>
              <a:ext cx="2726894" cy="513794"/>
            </a:xfrm>
            <a:custGeom>
              <a:avLst/>
              <a:gdLst/>
              <a:ahLst/>
              <a:cxnLst/>
              <a:rect l="l" t="t" r="r" b="b"/>
              <a:pathLst>
                <a:path w="2726894" h="513794" extrusionOk="0">
                  <a:moveTo>
                    <a:pt x="14955" y="0"/>
                  </a:moveTo>
                  <a:lnTo>
                    <a:pt x="2711939" y="0"/>
                  </a:lnTo>
                  <a:cubicBezTo>
                    <a:pt x="2720198" y="0"/>
                    <a:pt x="2726894" y="6696"/>
                    <a:pt x="2726894" y="14955"/>
                  </a:cubicBezTo>
                  <a:lnTo>
                    <a:pt x="2726894" y="498839"/>
                  </a:lnTo>
                  <a:cubicBezTo>
                    <a:pt x="2726894" y="507098"/>
                    <a:pt x="2720198" y="513794"/>
                    <a:pt x="2711939" y="513794"/>
                  </a:cubicBezTo>
                  <a:lnTo>
                    <a:pt x="14955" y="513794"/>
                  </a:lnTo>
                  <a:cubicBezTo>
                    <a:pt x="6696" y="513794"/>
                    <a:pt x="0" y="507098"/>
                    <a:pt x="0" y="498839"/>
                  </a:cubicBezTo>
                  <a:lnTo>
                    <a:pt x="0" y="14955"/>
                  </a:lnTo>
                  <a:cubicBezTo>
                    <a:pt x="0" y="6696"/>
                    <a:pt x="6696" y="0"/>
                    <a:pt x="14955" y="0"/>
                  </a:cubicBezTo>
                  <a:close/>
                </a:path>
              </a:pathLst>
            </a:custGeom>
            <a:gradFill>
              <a:gsLst>
                <a:gs pos="0">
                  <a:srgbClr val="8C52FF"/>
                </a:gs>
                <a:gs pos="100000">
                  <a:srgbClr val="FFFFFF">
                    <a:alpha val="11372"/>
                  </a:srgbClr>
                </a:gs>
              </a:gsLst>
              <a:lin ang="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0" name="Google Shape;180;p18"/>
            <p:cNvSpPr txBox="1"/>
            <p:nvPr/>
          </p:nvSpPr>
          <p:spPr>
            <a:xfrm>
              <a:off x="0" y="-38100"/>
              <a:ext cx="2726894" cy="55189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47722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cxnSp>
        <p:nvCxnSpPr>
          <p:cNvPr id="181" name="Google Shape;181;p18"/>
          <p:cNvCxnSpPr/>
          <p:nvPr/>
        </p:nvCxnSpPr>
        <p:spPr>
          <a:xfrm>
            <a:off x="8848690" y="4858234"/>
            <a:ext cx="0" cy="666284"/>
          </a:xfrm>
          <a:prstGeom prst="straightConnector1">
            <a:avLst/>
          </a:prstGeom>
          <a:noFill/>
          <a:ln w="28575" cap="rnd" cmpd="sng">
            <a:solidFill>
              <a:srgbClr val="F9F6FF"/>
            </a:solidFill>
            <a:prstDash val="solid"/>
            <a:round/>
            <a:headEnd type="none" w="sm" len="sm"/>
            <a:tailEnd type="stealth" w="med" len="med"/>
          </a:ln>
        </p:spPr>
      </p:cxnSp>
      <p:grpSp>
        <p:nvGrpSpPr>
          <p:cNvPr id="182" name="Google Shape;182;p18"/>
          <p:cNvGrpSpPr/>
          <p:nvPr/>
        </p:nvGrpSpPr>
        <p:grpSpPr>
          <a:xfrm>
            <a:off x="7553325" y="7810529"/>
            <a:ext cx="10353675" cy="2095471"/>
            <a:chOff x="0" y="-38100"/>
            <a:chExt cx="2726894" cy="551894"/>
          </a:xfrm>
        </p:grpSpPr>
        <p:sp>
          <p:nvSpPr>
            <p:cNvPr id="183" name="Google Shape;183;p18"/>
            <p:cNvSpPr/>
            <p:nvPr/>
          </p:nvSpPr>
          <p:spPr>
            <a:xfrm>
              <a:off x="0" y="0"/>
              <a:ext cx="2726894" cy="513794"/>
            </a:xfrm>
            <a:custGeom>
              <a:avLst/>
              <a:gdLst/>
              <a:ahLst/>
              <a:cxnLst/>
              <a:rect l="l" t="t" r="r" b="b"/>
              <a:pathLst>
                <a:path w="2726894" h="513794" extrusionOk="0">
                  <a:moveTo>
                    <a:pt x="14955" y="0"/>
                  </a:moveTo>
                  <a:lnTo>
                    <a:pt x="2711939" y="0"/>
                  </a:lnTo>
                  <a:cubicBezTo>
                    <a:pt x="2720198" y="0"/>
                    <a:pt x="2726894" y="6696"/>
                    <a:pt x="2726894" y="14955"/>
                  </a:cubicBezTo>
                  <a:lnTo>
                    <a:pt x="2726894" y="498839"/>
                  </a:lnTo>
                  <a:cubicBezTo>
                    <a:pt x="2726894" y="507098"/>
                    <a:pt x="2720198" y="513794"/>
                    <a:pt x="2711939" y="513794"/>
                  </a:cubicBezTo>
                  <a:lnTo>
                    <a:pt x="14955" y="513794"/>
                  </a:lnTo>
                  <a:cubicBezTo>
                    <a:pt x="6696" y="513794"/>
                    <a:pt x="0" y="507098"/>
                    <a:pt x="0" y="498839"/>
                  </a:cubicBezTo>
                  <a:lnTo>
                    <a:pt x="0" y="14955"/>
                  </a:lnTo>
                  <a:cubicBezTo>
                    <a:pt x="0" y="6696"/>
                    <a:pt x="6696" y="0"/>
                    <a:pt x="14955" y="0"/>
                  </a:cubicBezTo>
                  <a:close/>
                </a:path>
              </a:pathLst>
            </a:custGeom>
            <a:gradFill>
              <a:gsLst>
                <a:gs pos="0">
                  <a:srgbClr val="8C52FF"/>
                </a:gs>
                <a:gs pos="100000">
                  <a:srgbClr val="FFFFFF">
                    <a:alpha val="11372"/>
                  </a:srgbClr>
                </a:gs>
              </a:gsLst>
              <a:lin ang="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4" name="Google Shape;184;p18"/>
            <p:cNvSpPr txBox="1"/>
            <p:nvPr/>
          </p:nvSpPr>
          <p:spPr>
            <a:xfrm>
              <a:off x="0" y="-38100"/>
              <a:ext cx="2726894" cy="55189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47722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cxnSp>
        <p:nvCxnSpPr>
          <p:cNvPr id="185" name="Google Shape;185;p18"/>
          <p:cNvCxnSpPr/>
          <p:nvPr/>
        </p:nvCxnSpPr>
        <p:spPr>
          <a:xfrm>
            <a:off x="8834403" y="2334339"/>
            <a:ext cx="0" cy="666284"/>
          </a:xfrm>
          <a:prstGeom prst="straightConnector1">
            <a:avLst/>
          </a:prstGeom>
          <a:noFill/>
          <a:ln w="28575" cap="rnd" cmpd="sng">
            <a:solidFill>
              <a:srgbClr val="F9F6FF"/>
            </a:solidFill>
            <a:prstDash val="solid"/>
            <a:round/>
            <a:headEnd type="none" w="sm" len="sm"/>
            <a:tailEnd type="stealth" w="med" len="med"/>
          </a:ln>
        </p:spPr>
      </p:cxnSp>
      <p:cxnSp>
        <p:nvCxnSpPr>
          <p:cNvPr id="186" name="Google Shape;186;p18"/>
          <p:cNvCxnSpPr/>
          <p:nvPr/>
        </p:nvCxnSpPr>
        <p:spPr>
          <a:xfrm>
            <a:off x="8834403" y="7382117"/>
            <a:ext cx="0" cy="666284"/>
          </a:xfrm>
          <a:prstGeom prst="straightConnector1">
            <a:avLst/>
          </a:prstGeom>
          <a:noFill/>
          <a:ln w="28575" cap="rnd" cmpd="sng">
            <a:solidFill>
              <a:srgbClr val="F9F6FF"/>
            </a:solidFill>
            <a:prstDash val="solid"/>
            <a:round/>
            <a:headEnd type="none" w="sm" len="sm"/>
            <a:tailEnd type="stealth" w="med" len="med"/>
          </a:ln>
        </p:spPr>
      </p:cxnSp>
      <p:sp>
        <p:nvSpPr>
          <p:cNvPr id="187" name="Google Shape;187;p18"/>
          <p:cNvSpPr/>
          <p:nvPr/>
        </p:nvSpPr>
        <p:spPr>
          <a:xfrm>
            <a:off x="274320" y="3008808"/>
            <a:ext cx="5152458" cy="6795808"/>
          </a:xfrm>
          <a:custGeom>
            <a:avLst/>
            <a:gdLst/>
            <a:ahLst/>
            <a:cxnLst/>
            <a:rect l="l" t="t" r="r" b="b"/>
            <a:pathLst>
              <a:path w="5152458" h="6795808" extrusionOk="0">
                <a:moveTo>
                  <a:pt x="0" y="0"/>
                </a:moveTo>
                <a:lnTo>
                  <a:pt x="5152458" y="0"/>
                </a:lnTo>
                <a:lnTo>
                  <a:pt x="5152458" y="6795808"/>
                </a:lnTo>
                <a:lnTo>
                  <a:pt x="0" y="6795808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ro-RO"/>
          </a:p>
        </p:txBody>
      </p:sp>
      <p:grpSp>
        <p:nvGrpSpPr>
          <p:cNvPr id="188" name="Google Shape;188;p18"/>
          <p:cNvGrpSpPr/>
          <p:nvPr/>
        </p:nvGrpSpPr>
        <p:grpSpPr>
          <a:xfrm>
            <a:off x="381000" y="676660"/>
            <a:ext cx="5448375" cy="2410848"/>
            <a:chOff x="0" y="390826"/>
            <a:chExt cx="7264500" cy="3214465"/>
          </a:xfrm>
        </p:grpSpPr>
        <p:sp>
          <p:nvSpPr>
            <p:cNvPr id="189" name="Google Shape;189;p18"/>
            <p:cNvSpPr txBox="1"/>
            <p:nvPr/>
          </p:nvSpPr>
          <p:spPr>
            <a:xfrm>
              <a:off x="0" y="390826"/>
              <a:ext cx="7264500" cy="210074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marR="0" lvl="0" indent="0" algn="l" rtl="0">
                <a:lnSpc>
                  <a:spcPct val="8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pt-BR" sz="6399" b="0" i="0" u="none" strike="noStrike" cap="none" dirty="0">
                  <a:solidFill>
                    <a:srgbClr val="A477FF"/>
                  </a:solidFill>
                  <a:latin typeface="Merriweather Sans Light"/>
                  <a:ea typeface="Merriweather Sans Light"/>
                  <a:cs typeface="Merriweather Sans Light"/>
                  <a:sym typeface="Merriweather Sans Light"/>
                </a:rPr>
                <a:t>Rolul firelor de Execuție</a:t>
              </a:r>
              <a:endParaRPr lang="en-US" sz="6399" b="0" i="0" u="none" strike="noStrike" cap="none" dirty="0">
                <a:solidFill>
                  <a:srgbClr val="A477FF"/>
                </a:solidFill>
                <a:latin typeface="Merriweather Sans Light"/>
                <a:ea typeface="Merriweather Sans Light"/>
                <a:cs typeface="Merriweather Sans Light"/>
                <a:sym typeface="Merriweather Sans Light"/>
              </a:endParaRPr>
            </a:p>
          </p:txBody>
        </p:sp>
        <p:sp>
          <p:nvSpPr>
            <p:cNvPr id="190" name="Google Shape;190;p18"/>
            <p:cNvSpPr txBox="1"/>
            <p:nvPr/>
          </p:nvSpPr>
          <p:spPr>
            <a:xfrm>
              <a:off x="0" y="3274944"/>
              <a:ext cx="7264500" cy="33034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marR="0" lvl="0" indent="0" algn="l" rtl="0">
                <a:lnSpc>
                  <a:spcPct val="115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</p:grpSp>
      <p:sp>
        <p:nvSpPr>
          <p:cNvPr id="191" name="Google Shape;191;p18"/>
          <p:cNvSpPr txBox="1"/>
          <p:nvPr/>
        </p:nvSpPr>
        <p:spPr>
          <a:xfrm>
            <a:off x="10115591" y="689360"/>
            <a:ext cx="7172400" cy="155119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0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Folosește</a:t>
            </a:r>
            <a:r>
              <a:rPr lang="en-US" sz="2400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 poll() </a:t>
            </a:r>
            <a:r>
              <a:rPr lang="en-US" sz="2400" b="0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pentru</a:t>
            </a:r>
            <a:r>
              <a:rPr lang="en-US" sz="2400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 a </a:t>
            </a:r>
            <a:r>
              <a:rPr lang="en-US" sz="2400" b="0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asculta</a:t>
            </a:r>
            <a:r>
              <a:rPr lang="en-US" sz="2400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 </a:t>
            </a:r>
            <a:r>
              <a:rPr lang="en-US" sz="2400" b="0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asincron</a:t>
            </a:r>
            <a:r>
              <a:rPr lang="en-US" sz="2400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 </a:t>
            </a:r>
            <a:r>
              <a:rPr lang="en-US" sz="2400" b="0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până</a:t>
            </a:r>
            <a:r>
              <a:rPr lang="en-US" sz="2400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 la 64 de </a:t>
            </a:r>
            <a:r>
              <a:rPr lang="en-US" sz="2400" b="0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clienți</a:t>
            </a:r>
            <a:r>
              <a:rPr lang="en-US" sz="2400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. </a:t>
            </a:r>
            <a:r>
              <a:rPr lang="en-US" sz="2400" b="0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Primește</a:t>
            </a:r>
            <a:r>
              <a:rPr lang="en-US" sz="2400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 </a:t>
            </a:r>
            <a:r>
              <a:rPr lang="en-US" sz="2400" b="0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fișierele</a:t>
            </a:r>
            <a:r>
              <a:rPr lang="en-US" sz="2400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 </a:t>
            </a:r>
            <a:r>
              <a:rPr lang="en-US" sz="2400" b="0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binare</a:t>
            </a:r>
            <a:r>
              <a:rPr lang="en-US" sz="2400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 </a:t>
            </a:r>
            <a:r>
              <a:rPr lang="en-US" sz="2400" b="0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și</a:t>
            </a:r>
            <a:r>
              <a:rPr lang="en-US" sz="2400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 le </a:t>
            </a:r>
            <a:r>
              <a:rPr lang="en-US" sz="2400" b="0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pune</a:t>
            </a:r>
            <a:r>
              <a:rPr lang="en-US" sz="2400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 </a:t>
            </a:r>
            <a:r>
              <a:rPr lang="en-US" sz="2400" b="0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în</a:t>
            </a:r>
            <a:r>
              <a:rPr lang="en-US" sz="2400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 </a:t>
            </a:r>
            <a:r>
              <a:rPr lang="en-US" sz="2400" b="0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coadă</a:t>
            </a:r>
            <a:r>
              <a:rPr lang="en-US" sz="2400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.</a:t>
            </a:r>
            <a:endParaRPr lang="en-US" sz="2400" dirty="0"/>
          </a:p>
        </p:txBody>
      </p:sp>
      <p:sp>
        <p:nvSpPr>
          <p:cNvPr id="192" name="Google Shape;192;p18"/>
          <p:cNvSpPr txBox="1"/>
          <p:nvPr/>
        </p:nvSpPr>
        <p:spPr>
          <a:xfrm>
            <a:off x="10220085" y="3128975"/>
            <a:ext cx="7172400" cy="155119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"</a:t>
            </a:r>
            <a:r>
              <a:rPr lang="en-US" sz="2400" b="0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Muncitorul</a:t>
            </a:r>
            <a:r>
              <a:rPr lang="en-US" sz="2400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". </a:t>
            </a:r>
            <a:r>
              <a:rPr lang="en-US" sz="2400" b="0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Stă</a:t>
            </a:r>
            <a:r>
              <a:rPr lang="en-US" sz="2400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 </a:t>
            </a:r>
            <a:r>
              <a:rPr lang="en-US" sz="2400" b="0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adormit</a:t>
            </a:r>
            <a:r>
              <a:rPr lang="en-US" sz="2400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 </a:t>
            </a:r>
            <a:r>
              <a:rPr lang="en-US" sz="2400" b="0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până</a:t>
            </a:r>
            <a:r>
              <a:rPr lang="en-US" sz="2400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 </a:t>
            </a:r>
            <a:r>
              <a:rPr lang="en-US" sz="2400" b="0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apare</a:t>
            </a:r>
            <a:r>
              <a:rPr lang="en-US" sz="2400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 un test </a:t>
            </a:r>
            <a:r>
              <a:rPr lang="en-US" sz="2400" b="0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în</a:t>
            </a:r>
            <a:r>
              <a:rPr lang="en-US" sz="2400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 </a:t>
            </a:r>
            <a:r>
              <a:rPr lang="en-US" sz="2400" b="0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coadă</a:t>
            </a:r>
            <a:r>
              <a:rPr lang="en-US" sz="2400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. </a:t>
            </a:r>
            <a:r>
              <a:rPr lang="en-US" sz="2400" b="0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Execută</a:t>
            </a:r>
            <a:r>
              <a:rPr lang="en-US" sz="2400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 </a:t>
            </a:r>
            <a:r>
              <a:rPr lang="en-US" sz="2400" b="0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biblioteca</a:t>
            </a:r>
            <a:r>
              <a:rPr lang="en-US" sz="2400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 OpenCV, </a:t>
            </a:r>
            <a:r>
              <a:rPr lang="en-US" sz="2400" b="0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calculează</a:t>
            </a:r>
            <a:r>
              <a:rPr lang="en-US" sz="2400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 nota </a:t>
            </a:r>
            <a:r>
              <a:rPr lang="en-US" sz="2400" b="0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și</a:t>
            </a:r>
            <a:r>
              <a:rPr lang="en-US" sz="2400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 </a:t>
            </a:r>
            <a:r>
              <a:rPr lang="en-US" sz="2400" b="0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trimite</a:t>
            </a:r>
            <a:r>
              <a:rPr lang="en-US" sz="2400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 </a:t>
            </a:r>
            <a:r>
              <a:rPr lang="en-US" sz="2400" b="0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răspunsul</a:t>
            </a:r>
            <a:r>
              <a:rPr lang="en-US" sz="2400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 </a:t>
            </a:r>
            <a:r>
              <a:rPr lang="en-US" sz="2400" b="0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înapoi</a:t>
            </a:r>
            <a:r>
              <a:rPr lang="en-US" sz="2400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 la client.</a:t>
            </a:r>
            <a:endParaRPr lang="en-US" sz="2400" dirty="0"/>
          </a:p>
        </p:txBody>
      </p:sp>
      <p:sp>
        <p:nvSpPr>
          <p:cNvPr id="193" name="Google Shape;193;p18"/>
          <p:cNvSpPr txBox="1"/>
          <p:nvPr/>
        </p:nvSpPr>
        <p:spPr>
          <a:xfrm>
            <a:off x="7763853" y="783559"/>
            <a:ext cx="2141100" cy="11596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57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INET Thread (Port 9090)</a:t>
            </a:r>
            <a:endParaRPr lang="en-US" sz="2400" dirty="0"/>
          </a:p>
        </p:txBody>
      </p:sp>
      <p:sp>
        <p:nvSpPr>
          <p:cNvPr id="194" name="Google Shape;194;p18"/>
          <p:cNvSpPr txBox="1"/>
          <p:nvPr/>
        </p:nvSpPr>
        <p:spPr>
          <a:xfrm>
            <a:off x="7778140" y="3034815"/>
            <a:ext cx="2141100" cy="17395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57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 Worker Thread (</a:t>
            </a:r>
            <a:r>
              <a:rPr lang="en-US" sz="2400" b="0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Procesare</a:t>
            </a:r>
            <a:r>
              <a:rPr lang="en-US" sz="2400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)</a:t>
            </a:r>
            <a:endParaRPr lang="en-US" sz="2400" dirty="0"/>
          </a:p>
        </p:txBody>
      </p:sp>
      <p:sp>
        <p:nvSpPr>
          <p:cNvPr id="195" name="Google Shape;195;p18"/>
          <p:cNvSpPr txBox="1"/>
          <p:nvPr/>
        </p:nvSpPr>
        <p:spPr>
          <a:xfrm>
            <a:off x="10319814" y="5642758"/>
            <a:ext cx="7172325" cy="155119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0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Ascultă</a:t>
            </a:r>
            <a:r>
              <a:rPr lang="en-US" sz="2400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 pe /</a:t>
            </a:r>
            <a:r>
              <a:rPr lang="en-US" sz="2400" b="0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tmp</a:t>
            </a:r>
            <a:r>
              <a:rPr lang="en-US" sz="2400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/</a:t>
            </a:r>
            <a:r>
              <a:rPr lang="en-US" sz="2400" b="0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omr_admin.sock</a:t>
            </a:r>
            <a:r>
              <a:rPr lang="en-US" sz="2400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 </a:t>
            </a:r>
            <a:r>
              <a:rPr lang="en-US" sz="2400" b="0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comenzile</a:t>
            </a:r>
            <a:r>
              <a:rPr lang="en-US" sz="2400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 de la administrator (</a:t>
            </a:r>
            <a:r>
              <a:rPr lang="en-US" sz="2400" b="0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nc</a:t>
            </a:r>
            <a:r>
              <a:rPr lang="en-US" sz="2400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 -U) </a:t>
            </a:r>
            <a:r>
              <a:rPr lang="en-US" sz="2400" b="0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pentru</a:t>
            </a:r>
            <a:r>
              <a:rPr lang="en-US" sz="2400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 </a:t>
            </a:r>
            <a:r>
              <a:rPr lang="en-US" sz="2400" b="0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generare</a:t>
            </a:r>
            <a:r>
              <a:rPr lang="en-US" sz="2400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 de </a:t>
            </a:r>
            <a:r>
              <a:rPr lang="en-US" sz="2400" b="0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rapoarte</a:t>
            </a:r>
            <a:r>
              <a:rPr lang="en-US" sz="2400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 </a:t>
            </a:r>
            <a:r>
              <a:rPr lang="en-US" sz="2400" b="0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și</a:t>
            </a:r>
            <a:r>
              <a:rPr lang="en-US" sz="2400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 </a:t>
            </a:r>
            <a:r>
              <a:rPr lang="en-US" sz="2400" b="0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oprire</a:t>
            </a:r>
            <a:r>
              <a:rPr lang="en-US" sz="2400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 de </a:t>
            </a:r>
            <a:r>
              <a:rPr lang="en-US" sz="2400" b="0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urgență</a:t>
            </a:r>
            <a:r>
              <a:rPr lang="en-US" sz="2400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.</a:t>
            </a:r>
            <a:endParaRPr lang="en-US" sz="2400" dirty="0"/>
          </a:p>
        </p:txBody>
      </p:sp>
      <p:sp>
        <p:nvSpPr>
          <p:cNvPr id="196" name="Google Shape;196;p18"/>
          <p:cNvSpPr txBox="1"/>
          <p:nvPr/>
        </p:nvSpPr>
        <p:spPr>
          <a:xfrm>
            <a:off x="7763853" y="5754543"/>
            <a:ext cx="2141100" cy="11596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57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Admin Thread (Socket UNIX)</a:t>
            </a:r>
            <a:endParaRPr lang="en-US" sz="2400" dirty="0"/>
          </a:p>
        </p:txBody>
      </p:sp>
      <p:sp>
        <p:nvSpPr>
          <p:cNvPr id="197" name="Google Shape;197;p18"/>
          <p:cNvSpPr txBox="1"/>
          <p:nvPr/>
        </p:nvSpPr>
        <p:spPr>
          <a:xfrm>
            <a:off x="10319814" y="8141709"/>
            <a:ext cx="7172325" cy="155119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0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Interacționează</a:t>
            </a:r>
            <a:r>
              <a:rPr lang="en-US" sz="2400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 direct cu Kernel-</a:t>
            </a:r>
            <a:r>
              <a:rPr lang="en-US" sz="2400" b="0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ul</a:t>
            </a:r>
            <a:r>
              <a:rPr lang="en-US" sz="2400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 de Linux </a:t>
            </a:r>
            <a:r>
              <a:rPr lang="en-US" sz="2400" b="0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pentru</a:t>
            </a:r>
            <a:r>
              <a:rPr lang="en-US" sz="2400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 a </a:t>
            </a:r>
            <a:r>
              <a:rPr lang="en-US" sz="2400" b="0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loga</a:t>
            </a:r>
            <a:r>
              <a:rPr lang="en-US" sz="2400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 </a:t>
            </a:r>
            <a:r>
              <a:rPr lang="en-US" sz="2400" b="0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în</a:t>
            </a:r>
            <a:r>
              <a:rPr lang="en-US" sz="2400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 </a:t>
            </a:r>
            <a:r>
              <a:rPr lang="en-US" sz="2400" b="0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consolă</a:t>
            </a:r>
            <a:r>
              <a:rPr lang="en-US" sz="2400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 </a:t>
            </a:r>
            <a:r>
              <a:rPr lang="en-US" sz="2400" b="0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crearea</a:t>
            </a:r>
            <a:r>
              <a:rPr lang="en-US" sz="2400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 </a:t>
            </a:r>
            <a:r>
              <a:rPr lang="en-US" sz="2400" b="0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și</a:t>
            </a:r>
            <a:r>
              <a:rPr lang="en-US" sz="2400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 </a:t>
            </a:r>
            <a:r>
              <a:rPr lang="en-US" sz="2400" b="0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modificarea</a:t>
            </a:r>
            <a:r>
              <a:rPr lang="en-US" sz="2400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 </a:t>
            </a:r>
            <a:r>
              <a:rPr lang="en-US" sz="2400" b="0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fișierelor</a:t>
            </a:r>
            <a:r>
              <a:rPr lang="en-US" sz="2400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 </a:t>
            </a:r>
            <a:r>
              <a:rPr lang="en-US" sz="2400" b="0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temporare</a:t>
            </a:r>
            <a:r>
              <a:rPr lang="en-US" sz="2400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 de </a:t>
            </a:r>
            <a:r>
              <a:rPr lang="en-US" sz="2400" b="0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către</a:t>
            </a:r>
            <a:r>
              <a:rPr lang="en-US" sz="2400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 </a:t>
            </a:r>
            <a:r>
              <a:rPr lang="en-US" sz="2400" b="0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clienți</a:t>
            </a:r>
            <a:r>
              <a:rPr lang="en-US" sz="2400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.</a:t>
            </a:r>
            <a:endParaRPr lang="en-US" sz="2400" dirty="0"/>
          </a:p>
        </p:txBody>
      </p:sp>
      <p:sp>
        <p:nvSpPr>
          <p:cNvPr id="198" name="Google Shape;198;p18"/>
          <p:cNvSpPr txBox="1"/>
          <p:nvPr/>
        </p:nvSpPr>
        <p:spPr>
          <a:xfrm>
            <a:off x="7763853" y="7988474"/>
            <a:ext cx="2141100" cy="17395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57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0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INotify</a:t>
            </a:r>
            <a:r>
              <a:rPr lang="en-US" sz="3600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 Thread</a:t>
            </a:r>
            <a:endParaRPr lang="en-US" sz="3600" dirty="0"/>
          </a:p>
        </p:txBody>
      </p:sp>
    </p:spTree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3250">
        <p15:prstTrans prst="origami"/>
      </p:transition>
    </mc:Choice>
    <mc:Fallback xmlns=""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0D39"/>
        </a:solidFill>
        <a:effectLst/>
      </p:bgPr>
    </p:bg>
    <p:spTree>
      <p:nvGrpSpPr>
        <p:cNvPr id="1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14" name="Google Shape;214;p20"/>
          <p:cNvGrpSpPr/>
          <p:nvPr/>
        </p:nvGrpSpPr>
        <p:grpSpPr>
          <a:xfrm>
            <a:off x="371475" y="2691309"/>
            <a:ext cx="5448300" cy="6033591"/>
            <a:chOff x="0" y="-57150"/>
            <a:chExt cx="1434943" cy="1589094"/>
          </a:xfrm>
        </p:grpSpPr>
        <p:sp>
          <p:nvSpPr>
            <p:cNvPr id="215" name="Google Shape;215;p20"/>
            <p:cNvSpPr/>
            <p:nvPr/>
          </p:nvSpPr>
          <p:spPr>
            <a:xfrm>
              <a:off x="0" y="0"/>
              <a:ext cx="1434943" cy="1531944"/>
            </a:xfrm>
            <a:custGeom>
              <a:avLst/>
              <a:gdLst/>
              <a:ahLst/>
              <a:cxnLst/>
              <a:rect l="l" t="t" r="r" b="b"/>
              <a:pathLst>
                <a:path w="1434943" h="1531944" extrusionOk="0">
                  <a:moveTo>
                    <a:pt x="28420" y="0"/>
                  </a:moveTo>
                  <a:lnTo>
                    <a:pt x="1406524" y="0"/>
                  </a:lnTo>
                  <a:cubicBezTo>
                    <a:pt x="1422219" y="0"/>
                    <a:pt x="1434943" y="12724"/>
                    <a:pt x="1434943" y="28420"/>
                  </a:cubicBezTo>
                  <a:lnTo>
                    <a:pt x="1434943" y="1503525"/>
                  </a:lnTo>
                  <a:cubicBezTo>
                    <a:pt x="1434943" y="1519220"/>
                    <a:pt x="1422219" y="1531944"/>
                    <a:pt x="1406524" y="1531944"/>
                  </a:cubicBezTo>
                  <a:lnTo>
                    <a:pt x="28420" y="1531944"/>
                  </a:lnTo>
                  <a:cubicBezTo>
                    <a:pt x="12724" y="1531944"/>
                    <a:pt x="0" y="1519220"/>
                    <a:pt x="0" y="1503525"/>
                  </a:cubicBezTo>
                  <a:lnTo>
                    <a:pt x="0" y="28420"/>
                  </a:lnTo>
                  <a:cubicBezTo>
                    <a:pt x="0" y="12724"/>
                    <a:pt x="12724" y="0"/>
                    <a:pt x="28420" y="0"/>
                  </a:cubicBezTo>
                  <a:close/>
                </a:path>
              </a:pathLst>
            </a:custGeom>
            <a:gradFill>
              <a:gsLst>
                <a:gs pos="0">
                  <a:srgbClr val="8C52FF"/>
                </a:gs>
                <a:gs pos="100000">
                  <a:srgbClr val="FFFFFF">
                    <a:alpha val="11372"/>
                  </a:srgbClr>
                </a:gs>
              </a:gsLst>
              <a:lin ang="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6" name="Google Shape;216;p20"/>
            <p:cNvSpPr txBox="1"/>
            <p:nvPr/>
          </p:nvSpPr>
          <p:spPr>
            <a:xfrm>
              <a:off x="0" y="-57150"/>
              <a:ext cx="1434943" cy="158909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55555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17" name="Google Shape;217;p20"/>
          <p:cNvGrpSpPr/>
          <p:nvPr/>
        </p:nvGrpSpPr>
        <p:grpSpPr>
          <a:xfrm>
            <a:off x="6424612" y="2691309"/>
            <a:ext cx="5438775" cy="6033591"/>
            <a:chOff x="0" y="-57150"/>
            <a:chExt cx="1432435" cy="1589094"/>
          </a:xfrm>
        </p:grpSpPr>
        <p:sp>
          <p:nvSpPr>
            <p:cNvPr id="218" name="Google Shape;218;p20"/>
            <p:cNvSpPr/>
            <p:nvPr/>
          </p:nvSpPr>
          <p:spPr>
            <a:xfrm>
              <a:off x="0" y="0"/>
              <a:ext cx="1432435" cy="1531944"/>
            </a:xfrm>
            <a:custGeom>
              <a:avLst/>
              <a:gdLst/>
              <a:ahLst/>
              <a:cxnLst/>
              <a:rect l="l" t="t" r="r" b="b"/>
              <a:pathLst>
                <a:path w="1432435" h="1531944" extrusionOk="0">
                  <a:moveTo>
                    <a:pt x="28469" y="0"/>
                  </a:moveTo>
                  <a:lnTo>
                    <a:pt x="1403965" y="0"/>
                  </a:lnTo>
                  <a:cubicBezTo>
                    <a:pt x="1411516" y="0"/>
                    <a:pt x="1418757" y="2999"/>
                    <a:pt x="1424096" y="8338"/>
                  </a:cubicBezTo>
                  <a:cubicBezTo>
                    <a:pt x="1429435" y="13678"/>
                    <a:pt x="1432435" y="20919"/>
                    <a:pt x="1432435" y="28469"/>
                  </a:cubicBezTo>
                  <a:lnTo>
                    <a:pt x="1432435" y="1503475"/>
                  </a:lnTo>
                  <a:cubicBezTo>
                    <a:pt x="1432435" y="1511025"/>
                    <a:pt x="1429435" y="1518267"/>
                    <a:pt x="1424096" y="1523606"/>
                  </a:cubicBezTo>
                  <a:cubicBezTo>
                    <a:pt x="1418757" y="1528945"/>
                    <a:pt x="1411516" y="1531944"/>
                    <a:pt x="1403965" y="1531944"/>
                  </a:cubicBezTo>
                  <a:lnTo>
                    <a:pt x="28469" y="1531944"/>
                  </a:lnTo>
                  <a:cubicBezTo>
                    <a:pt x="12746" y="1531944"/>
                    <a:pt x="0" y="1519198"/>
                    <a:pt x="0" y="1503475"/>
                  </a:cubicBezTo>
                  <a:lnTo>
                    <a:pt x="0" y="28469"/>
                  </a:lnTo>
                  <a:cubicBezTo>
                    <a:pt x="0" y="20919"/>
                    <a:pt x="2999" y="13678"/>
                    <a:pt x="8338" y="8338"/>
                  </a:cubicBezTo>
                  <a:cubicBezTo>
                    <a:pt x="13678" y="2999"/>
                    <a:pt x="20919" y="0"/>
                    <a:pt x="28469" y="0"/>
                  </a:cubicBezTo>
                  <a:close/>
                </a:path>
              </a:pathLst>
            </a:custGeom>
            <a:gradFill>
              <a:gsLst>
                <a:gs pos="0">
                  <a:srgbClr val="8C52FF"/>
                </a:gs>
                <a:gs pos="100000">
                  <a:srgbClr val="FFFFFF">
                    <a:alpha val="11372"/>
                  </a:srgbClr>
                </a:gs>
              </a:gsLst>
              <a:lin ang="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9" name="Google Shape;219;p20"/>
            <p:cNvSpPr txBox="1"/>
            <p:nvPr/>
          </p:nvSpPr>
          <p:spPr>
            <a:xfrm>
              <a:off x="0" y="-57150"/>
              <a:ext cx="1432435" cy="158909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55555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20" name="Google Shape;220;p20"/>
          <p:cNvGrpSpPr/>
          <p:nvPr/>
        </p:nvGrpSpPr>
        <p:grpSpPr>
          <a:xfrm>
            <a:off x="12458700" y="2691309"/>
            <a:ext cx="5448300" cy="6033591"/>
            <a:chOff x="0" y="-57150"/>
            <a:chExt cx="1434943" cy="1589094"/>
          </a:xfrm>
        </p:grpSpPr>
        <p:sp>
          <p:nvSpPr>
            <p:cNvPr id="221" name="Google Shape;221;p20"/>
            <p:cNvSpPr/>
            <p:nvPr/>
          </p:nvSpPr>
          <p:spPr>
            <a:xfrm>
              <a:off x="0" y="0"/>
              <a:ext cx="1434943" cy="1531944"/>
            </a:xfrm>
            <a:custGeom>
              <a:avLst/>
              <a:gdLst/>
              <a:ahLst/>
              <a:cxnLst/>
              <a:rect l="l" t="t" r="r" b="b"/>
              <a:pathLst>
                <a:path w="1434943" h="1531944" extrusionOk="0">
                  <a:moveTo>
                    <a:pt x="28420" y="0"/>
                  </a:moveTo>
                  <a:lnTo>
                    <a:pt x="1406524" y="0"/>
                  </a:lnTo>
                  <a:cubicBezTo>
                    <a:pt x="1422219" y="0"/>
                    <a:pt x="1434943" y="12724"/>
                    <a:pt x="1434943" y="28420"/>
                  </a:cubicBezTo>
                  <a:lnTo>
                    <a:pt x="1434943" y="1503525"/>
                  </a:lnTo>
                  <a:cubicBezTo>
                    <a:pt x="1434943" y="1519220"/>
                    <a:pt x="1422219" y="1531944"/>
                    <a:pt x="1406524" y="1531944"/>
                  </a:cubicBezTo>
                  <a:lnTo>
                    <a:pt x="28420" y="1531944"/>
                  </a:lnTo>
                  <a:cubicBezTo>
                    <a:pt x="12724" y="1531944"/>
                    <a:pt x="0" y="1519220"/>
                    <a:pt x="0" y="1503525"/>
                  </a:cubicBezTo>
                  <a:lnTo>
                    <a:pt x="0" y="28420"/>
                  </a:lnTo>
                  <a:cubicBezTo>
                    <a:pt x="0" y="12724"/>
                    <a:pt x="12724" y="0"/>
                    <a:pt x="28420" y="0"/>
                  </a:cubicBezTo>
                  <a:close/>
                </a:path>
              </a:pathLst>
            </a:custGeom>
            <a:gradFill>
              <a:gsLst>
                <a:gs pos="0">
                  <a:srgbClr val="8C52FF"/>
                </a:gs>
                <a:gs pos="100000">
                  <a:srgbClr val="FFFFFF">
                    <a:alpha val="11372"/>
                  </a:srgbClr>
                </a:gs>
              </a:gsLst>
              <a:lin ang="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2" name="Google Shape;222;p20"/>
            <p:cNvSpPr txBox="1"/>
            <p:nvPr/>
          </p:nvSpPr>
          <p:spPr>
            <a:xfrm>
              <a:off x="0" y="-57150"/>
              <a:ext cx="1434943" cy="158909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55555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274" name="Google Shape;274;p20"/>
          <p:cNvSpPr txBox="1"/>
          <p:nvPr/>
        </p:nvSpPr>
        <p:spPr>
          <a:xfrm>
            <a:off x="689218" y="3639845"/>
            <a:ext cx="4854600" cy="41365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342900" marR="0" lvl="0" indent="-34290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Font typeface="Wingdings" panose="05000000000000000000" pitchFamily="2" charset="2"/>
              <a:buChar char="v"/>
            </a:pPr>
            <a:r>
              <a:rPr lang="en-US" sz="2400" b="0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Deschide</a:t>
            </a:r>
            <a:r>
              <a:rPr lang="en-US" sz="2400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 </a:t>
            </a:r>
            <a:r>
              <a:rPr lang="en-US" sz="2400" b="0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conexiunea</a:t>
            </a:r>
            <a:r>
              <a:rPr lang="en-US" sz="2400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, </a:t>
            </a:r>
            <a:r>
              <a:rPr lang="en-US" sz="2400" b="0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trimite</a:t>
            </a:r>
            <a:r>
              <a:rPr lang="en-US" sz="2400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 </a:t>
            </a:r>
            <a:r>
              <a:rPr lang="en-US" sz="2400" b="0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protocolul</a:t>
            </a:r>
            <a:r>
              <a:rPr lang="en-US" sz="2400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 </a:t>
            </a:r>
            <a:r>
              <a:rPr lang="en-US" sz="2400" b="0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binar</a:t>
            </a:r>
            <a:r>
              <a:rPr lang="en-US" sz="2400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 (Header-</a:t>
            </a:r>
            <a:r>
              <a:rPr lang="en-US" sz="2400" b="0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ul</a:t>
            </a:r>
            <a:r>
              <a:rPr lang="en-US" sz="2400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 "OMR" + </a:t>
            </a:r>
            <a:r>
              <a:rPr lang="en-US" sz="2400" b="0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dimensiunea</a:t>
            </a:r>
            <a:r>
              <a:rPr lang="en-US" sz="2400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 </a:t>
            </a:r>
            <a:r>
              <a:rPr lang="en-US" sz="2400" b="0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fișierului</a:t>
            </a:r>
            <a:r>
              <a:rPr lang="en-US" sz="2400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)</a:t>
            </a:r>
          </a:p>
          <a:p>
            <a:pPr marL="342900" marR="0" lvl="0" indent="-34290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Font typeface="Wingdings" panose="05000000000000000000" pitchFamily="2" charset="2"/>
              <a:buChar char="v"/>
            </a:pPr>
            <a:endParaRPr lang="en-US" sz="2400" b="0" i="0" u="none" strike="noStrike" cap="none" dirty="0">
              <a:solidFill>
                <a:srgbClr val="F9F6FF"/>
              </a:solidFill>
              <a:latin typeface="Inclusive Sans"/>
              <a:ea typeface="Inclusive Sans"/>
              <a:cs typeface="Inclusive Sans"/>
              <a:sym typeface="Inclusive Sans"/>
            </a:endParaRPr>
          </a:p>
          <a:p>
            <a:pPr marL="342900" marR="0" lvl="0" indent="-34290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Font typeface="Wingdings" panose="05000000000000000000" pitchFamily="2" charset="2"/>
              <a:buChar char="v"/>
            </a:pPr>
            <a:r>
              <a:rPr lang="en-US" sz="2400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 </a:t>
            </a:r>
            <a:r>
              <a:rPr lang="en-US" sz="2400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A</a:t>
            </a:r>
            <a:r>
              <a:rPr lang="en-US" sz="2400" b="0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poi</a:t>
            </a:r>
            <a:r>
              <a:rPr lang="en-US" sz="2400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 </a:t>
            </a:r>
            <a:r>
              <a:rPr lang="en-US" sz="2400" b="0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folosește</a:t>
            </a:r>
            <a:r>
              <a:rPr lang="en-US" sz="2400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 </a:t>
            </a:r>
            <a:r>
              <a:rPr lang="en-US" sz="2400" b="0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funcția</a:t>
            </a:r>
            <a:r>
              <a:rPr lang="en-US" sz="2400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 </a:t>
            </a:r>
            <a:r>
              <a:rPr lang="en-US" sz="2400" b="0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sendfile</a:t>
            </a:r>
            <a:r>
              <a:rPr lang="en-US" sz="2400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() </a:t>
            </a:r>
            <a:r>
              <a:rPr lang="en-US" sz="2400" b="0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pentru</a:t>
            </a:r>
            <a:r>
              <a:rPr lang="en-US" sz="2400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 a </a:t>
            </a:r>
            <a:r>
              <a:rPr lang="en-US" sz="2400" b="0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pompa</a:t>
            </a:r>
            <a:r>
              <a:rPr lang="en-US" sz="2400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 </a:t>
            </a:r>
            <a:r>
              <a:rPr lang="en-US" sz="2400" b="0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imaginea</a:t>
            </a:r>
            <a:r>
              <a:rPr lang="en-US" sz="2400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.</a:t>
            </a:r>
            <a:endParaRPr lang="en-US" sz="2400" dirty="0"/>
          </a:p>
        </p:txBody>
      </p:sp>
      <p:sp>
        <p:nvSpPr>
          <p:cNvPr id="275" name="Google Shape;275;p20"/>
          <p:cNvSpPr txBox="1"/>
          <p:nvPr/>
        </p:nvSpPr>
        <p:spPr>
          <a:xfrm>
            <a:off x="6728747" y="3636434"/>
            <a:ext cx="4823400" cy="36194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457200" marR="0" lvl="0" indent="-45720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Font typeface="Wingdings" panose="05000000000000000000" pitchFamily="2" charset="2"/>
              <a:buChar char="v"/>
            </a:pPr>
            <a:r>
              <a:rPr lang="en-US" sz="2800" b="0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Prinde</a:t>
            </a:r>
            <a:r>
              <a:rPr lang="en-US" sz="2800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 </a:t>
            </a:r>
            <a:r>
              <a:rPr lang="en-US" sz="2800" b="0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conexiunea</a:t>
            </a:r>
            <a:r>
              <a:rPr lang="en-US" sz="2800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 </a:t>
            </a:r>
            <a:r>
              <a:rPr lang="en-US" sz="2800" b="0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prin</a:t>
            </a:r>
            <a:r>
              <a:rPr lang="en-US" sz="2800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 poll()</a:t>
            </a:r>
          </a:p>
          <a:p>
            <a:pPr marL="457200" marR="0" lvl="0" indent="-45720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Font typeface="Wingdings" panose="05000000000000000000" pitchFamily="2" charset="2"/>
              <a:buChar char="v"/>
            </a:pPr>
            <a:endParaRPr lang="en-US" sz="2800" dirty="0">
              <a:solidFill>
                <a:srgbClr val="F9F6FF"/>
              </a:solidFill>
              <a:latin typeface="Inclusive Sans"/>
              <a:cs typeface="Inclusive Sans"/>
              <a:sym typeface="Inclusive Sans"/>
            </a:endParaRPr>
          </a:p>
          <a:p>
            <a:pPr marL="457200" marR="0" lvl="0" indent="-45720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Font typeface="Wingdings" panose="05000000000000000000" pitchFamily="2" charset="2"/>
              <a:buChar char="v"/>
            </a:pPr>
            <a:r>
              <a:rPr lang="en-US" sz="2800" dirty="0" err="1">
                <a:solidFill>
                  <a:schemeClr val="bg1"/>
                </a:solidFill>
              </a:rPr>
              <a:t>Salvează</a:t>
            </a:r>
            <a:r>
              <a:rPr lang="en-US" sz="2800" dirty="0">
                <a:solidFill>
                  <a:schemeClr val="bg1"/>
                </a:solidFill>
              </a:rPr>
              <a:t> </a:t>
            </a:r>
            <a:r>
              <a:rPr lang="en-US" sz="2800" dirty="0" err="1">
                <a:solidFill>
                  <a:schemeClr val="bg1"/>
                </a:solidFill>
              </a:rPr>
              <a:t>imaginea</a:t>
            </a:r>
            <a:r>
              <a:rPr lang="en-US" sz="2800" dirty="0">
                <a:solidFill>
                  <a:schemeClr val="bg1"/>
                </a:solidFill>
              </a:rPr>
              <a:t> </a:t>
            </a:r>
            <a:r>
              <a:rPr lang="en-US" sz="2800" dirty="0" err="1">
                <a:solidFill>
                  <a:schemeClr val="bg1"/>
                </a:solidFill>
              </a:rPr>
              <a:t>temporar</a:t>
            </a:r>
            <a:r>
              <a:rPr lang="en-US" sz="2800" dirty="0">
                <a:solidFill>
                  <a:schemeClr val="bg1"/>
                </a:solidFill>
              </a:rPr>
              <a:t> </a:t>
            </a:r>
            <a:r>
              <a:rPr lang="en-US" sz="2800" dirty="0" err="1">
                <a:solidFill>
                  <a:schemeClr val="bg1"/>
                </a:solidFill>
              </a:rPr>
              <a:t>în</a:t>
            </a:r>
            <a:r>
              <a:rPr lang="en-US" sz="2800" dirty="0">
                <a:solidFill>
                  <a:schemeClr val="bg1"/>
                </a:solidFill>
              </a:rPr>
              <a:t> /</a:t>
            </a:r>
            <a:r>
              <a:rPr lang="en-US" sz="2800" dirty="0" err="1">
                <a:solidFill>
                  <a:schemeClr val="bg1"/>
                </a:solidFill>
              </a:rPr>
              <a:t>tmp</a:t>
            </a:r>
            <a:r>
              <a:rPr lang="en-US" sz="2800" dirty="0">
                <a:solidFill>
                  <a:schemeClr val="bg1"/>
                </a:solidFill>
              </a:rPr>
              <a:t>/</a:t>
            </a:r>
            <a:r>
              <a:rPr lang="en-US" sz="2800" dirty="0" err="1">
                <a:solidFill>
                  <a:schemeClr val="bg1"/>
                </a:solidFill>
              </a:rPr>
              <a:t>omr_recv</a:t>
            </a:r>
            <a:r>
              <a:rPr lang="en-US" sz="2800" dirty="0">
                <a:solidFill>
                  <a:schemeClr val="bg1"/>
                </a:solidFill>
              </a:rPr>
              <a:t>_...</a:t>
            </a:r>
            <a:r>
              <a:rPr lang="en-US" sz="2800" dirty="0" err="1">
                <a:solidFill>
                  <a:schemeClr val="bg1"/>
                </a:solidFill>
              </a:rPr>
              <a:t>png</a:t>
            </a:r>
            <a:endParaRPr lang="en-US" sz="2800" dirty="0">
              <a:solidFill>
                <a:schemeClr val="bg1"/>
              </a:solidFill>
            </a:endParaRPr>
          </a:p>
        </p:txBody>
      </p:sp>
      <p:sp>
        <p:nvSpPr>
          <p:cNvPr id="276" name="Google Shape;276;p20"/>
          <p:cNvSpPr txBox="1"/>
          <p:nvPr/>
        </p:nvSpPr>
        <p:spPr>
          <a:xfrm>
            <a:off x="12766950" y="3276084"/>
            <a:ext cx="4831800" cy="517064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342900" marR="0" lvl="0" indent="-34290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Font typeface="Wingdings" panose="05000000000000000000" pitchFamily="2" charset="2"/>
              <a:buChar char="v"/>
            </a:pPr>
            <a:r>
              <a:rPr lang="en-US" sz="2400" b="0" i="0" u="none" strike="noStrike" cap="none" dirty="0">
                <a:solidFill>
                  <a:srgbClr val="F9F6FF"/>
                </a:solidFill>
                <a:latin typeface="Inclusive Sans" panose="020B0604020202020204" charset="0"/>
                <a:ea typeface="Inclusive Sans"/>
                <a:cs typeface="Inclusive Sans" panose="020B0604020202020204" charset="0"/>
                <a:sym typeface="Inclusive Sans"/>
              </a:rPr>
              <a:t>INET Thread </a:t>
            </a:r>
            <a:r>
              <a:rPr lang="en-US" sz="2400" b="0" i="0" u="none" strike="noStrike" cap="none" dirty="0" err="1">
                <a:solidFill>
                  <a:srgbClr val="F9F6FF"/>
                </a:solidFill>
                <a:latin typeface="Inclusive Sans" panose="020B0604020202020204" charset="0"/>
                <a:ea typeface="Inclusive Sans"/>
                <a:cs typeface="Inclusive Sans" panose="020B0604020202020204" charset="0"/>
                <a:sym typeface="Inclusive Sans"/>
              </a:rPr>
              <a:t>blochează</a:t>
            </a:r>
            <a:r>
              <a:rPr lang="en-US" sz="2400" b="0" i="0" u="none" strike="noStrike" cap="none" dirty="0">
                <a:solidFill>
                  <a:srgbClr val="F9F6FF"/>
                </a:solidFill>
                <a:latin typeface="Inclusive Sans" panose="020B0604020202020204" charset="0"/>
                <a:ea typeface="Inclusive Sans"/>
                <a:cs typeface="Inclusive Sans" panose="020B0604020202020204" charset="0"/>
                <a:sym typeface="Inclusive Sans"/>
              </a:rPr>
              <a:t> Mutex-</a:t>
            </a:r>
            <a:r>
              <a:rPr lang="en-US" sz="2400" b="0" i="0" u="none" strike="noStrike" cap="none" dirty="0" err="1">
                <a:solidFill>
                  <a:srgbClr val="F9F6FF"/>
                </a:solidFill>
                <a:latin typeface="Inclusive Sans" panose="020B0604020202020204" charset="0"/>
                <a:ea typeface="Inclusive Sans"/>
                <a:cs typeface="Inclusive Sans" panose="020B0604020202020204" charset="0"/>
                <a:sym typeface="Inclusive Sans"/>
              </a:rPr>
              <a:t>ul</a:t>
            </a:r>
            <a:endParaRPr lang="en-US" sz="2400" b="0" i="0" u="none" strike="noStrike" cap="none" dirty="0">
              <a:solidFill>
                <a:srgbClr val="F9F6FF"/>
              </a:solidFill>
              <a:latin typeface="Inclusive Sans" panose="020B0604020202020204" charset="0"/>
              <a:ea typeface="Inclusive Sans"/>
              <a:cs typeface="Inclusive Sans" panose="020B0604020202020204" charset="0"/>
              <a:sym typeface="Inclusive Sans"/>
            </a:endParaRPr>
          </a:p>
          <a:p>
            <a:pPr marL="342900" marR="0" lvl="0" indent="-34290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Font typeface="Wingdings" panose="05000000000000000000" pitchFamily="2" charset="2"/>
              <a:buChar char="v"/>
            </a:pPr>
            <a:endParaRPr lang="en-US" sz="2400" dirty="0">
              <a:solidFill>
                <a:srgbClr val="F9F6FF"/>
              </a:solidFill>
              <a:latin typeface="Inclusive Sans" panose="020B0604020202020204" charset="0"/>
              <a:cs typeface="Inclusive Sans" panose="020B0604020202020204" charset="0"/>
              <a:sym typeface="Inclusive Sans"/>
            </a:endParaRPr>
          </a:p>
          <a:p>
            <a:pPr marL="342900" marR="0" lvl="0" indent="-34290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Font typeface="Wingdings" panose="05000000000000000000" pitchFamily="2" charset="2"/>
              <a:buChar char="v"/>
            </a:pPr>
            <a:r>
              <a:rPr lang="en-US" sz="2400" dirty="0">
                <a:solidFill>
                  <a:schemeClr val="bg1"/>
                </a:solidFill>
                <a:latin typeface="Inclusive Sans" panose="020B0604020202020204" charset="0"/>
                <a:cs typeface="Inclusive Sans" panose="020B0604020202020204" charset="0"/>
              </a:rPr>
              <a:t> Introduce job-</a:t>
            </a:r>
            <a:r>
              <a:rPr lang="en-US" sz="2400" dirty="0" err="1">
                <a:solidFill>
                  <a:schemeClr val="bg1"/>
                </a:solidFill>
                <a:latin typeface="Inclusive Sans" panose="020B0604020202020204" charset="0"/>
                <a:cs typeface="Inclusive Sans" panose="020B0604020202020204" charset="0"/>
              </a:rPr>
              <a:t>ul</a:t>
            </a:r>
            <a:r>
              <a:rPr lang="en-US" sz="2400" dirty="0">
                <a:solidFill>
                  <a:schemeClr val="bg1"/>
                </a:solidFill>
                <a:latin typeface="Inclusive Sans" panose="020B0604020202020204" charset="0"/>
                <a:cs typeface="Inclusive Sans" panose="020B0604020202020204" charset="0"/>
              </a:rPr>
              <a:t> (</a:t>
            </a:r>
            <a:r>
              <a:rPr lang="en-US" sz="2400" dirty="0" err="1">
                <a:solidFill>
                  <a:schemeClr val="bg1"/>
                </a:solidFill>
                <a:latin typeface="Inclusive Sans" panose="020B0604020202020204" charset="0"/>
                <a:cs typeface="Inclusive Sans" panose="020B0604020202020204" charset="0"/>
              </a:rPr>
              <a:t>calea</a:t>
            </a:r>
            <a:r>
              <a:rPr lang="en-US" sz="2400" dirty="0">
                <a:solidFill>
                  <a:schemeClr val="bg1"/>
                </a:solidFill>
                <a:latin typeface="Inclusive Sans" panose="020B0604020202020204" charset="0"/>
                <a:cs typeface="Inclusive Sans" panose="020B0604020202020204" charset="0"/>
              </a:rPr>
              <a:t> </a:t>
            </a:r>
            <a:r>
              <a:rPr lang="en-US" sz="2400" dirty="0" err="1">
                <a:solidFill>
                  <a:schemeClr val="bg1"/>
                </a:solidFill>
                <a:latin typeface="Inclusive Sans" panose="020B0604020202020204" charset="0"/>
                <a:cs typeface="Inclusive Sans" panose="020B0604020202020204" charset="0"/>
              </a:rPr>
              <a:t>pozei</a:t>
            </a:r>
            <a:r>
              <a:rPr lang="en-US" sz="2400" dirty="0">
                <a:solidFill>
                  <a:schemeClr val="bg1"/>
                </a:solidFill>
                <a:latin typeface="Inclusive Sans" panose="020B0604020202020204" charset="0"/>
                <a:cs typeface="Inclusive Sans" panose="020B0604020202020204" charset="0"/>
              </a:rPr>
              <a:t> + socket-</a:t>
            </a:r>
            <a:r>
              <a:rPr lang="en-US" sz="2400" dirty="0" err="1">
                <a:solidFill>
                  <a:schemeClr val="bg1"/>
                </a:solidFill>
                <a:latin typeface="Inclusive Sans" panose="020B0604020202020204" charset="0"/>
                <a:cs typeface="Inclusive Sans" panose="020B0604020202020204" charset="0"/>
              </a:rPr>
              <a:t>ul</a:t>
            </a:r>
            <a:r>
              <a:rPr lang="en-US" sz="2400" dirty="0">
                <a:solidFill>
                  <a:schemeClr val="bg1"/>
                </a:solidFill>
                <a:latin typeface="Inclusive Sans" panose="020B0604020202020204" charset="0"/>
                <a:cs typeface="Inclusive Sans" panose="020B0604020202020204" charset="0"/>
              </a:rPr>
              <a:t> </a:t>
            </a:r>
            <a:r>
              <a:rPr lang="en-US" sz="2400" dirty="0" err="1">
                <a:solidFill>
                  <a:schemeClr val="bg1"/>
                </a:solidFill>
                <a:latin typeface="Inclusive Sans" panose="020B0604020202020204" charset="0"/>
                <a:cs typeface="Inclusive Sans" panose="020B0604020202020204" charset="0"/>
              </a:rPr>
              <a:t>clientului</a:t>
            </a:r>
            <a:r>
              <a:rPr lang="en-US" sz="2400" dirty="0">
                <a:solidFill>
                  <a:schemeClr val="bg1"/>
                </a:solidFill>
                <a:latin typeface="Inclusive Sans" panose="020B0604020202020204" charset="0"/>
                <a:cs typeface="Inclusive Sans" panose="020B0604020202020204" charset="0"/>
              </a:rPr>
              <a:t>) </a:t>
            </a:r>
            <a:r>
              <a:rPr lang="en-US" sz="2400" dirty="0" err="1">
                <a:solidFill>
                  <a:schemeClr val="bg1"/>
                </a:solidFill>
                <a:latin typeface="Inclusive Sans" panose="020B0604020202020204" charset="0"/>
                <a:cs typeface="Inclusive Sans" panose="020B0604020202020204" charset="0"/>
              </a:rPr>
              <a:t>în</a:t>
            </a:r>
            <a:r>
              <a:rPr lang="en-US" sz="2400" dirty="0">
                <a:solidFill>
                  <a:schemeClr val="bg1"/>
                </a:solidFill>
                <a:latin typeface="Inclusive Sans" panose="020B0604020202020204" charset="0"/>
                <a:cs typeface="Inclusive Sans" panose="020B0604020202020204" charset="0"/>
              </a:rPr>
              <a:t> </a:t>
            </a:r>
            <a:r>
              <a:rPr lang="en-US" sz="2400" dirty="0" err="1">
                <a:solidFill>
                  <a:schemeClr val="bg1"/>
                </a:solidFill>
                <a:latin typeface="Inclusive Sans" panose="020B0604020202020204" charset="0"/>
                <a:cs typeface="Inclusive Sans" panose="020B0604020202020204" charset="0"/>
              </a:rPr>
              <a:t>coada</a:t>
            </a:r>
            <a:r>
              <a:rPr lang="en-US" sz="2400" dirty="0">
                <a:solidFill>
                  <a:schemeClr val="bg1"/>
                </a:solidFill>
                <a:latin typeface="Inclusive Sans" panose="020B0604020202020204" charset="0"/>
                <a:cs typeface="Inclusive Sans" panose="020B0604020202020204" charset="0"/>
              </a:rPr>
              <a:t> FIFO</a:t>
            </a:r>
          </a:p>
          <a:p>
            <a:pPr marL="342900" marR="0" lvl="0" indent="-34290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Font typeface="Wingdings" panose="05000000000000000000" pitchFamily="2" charset="2"/>
              <a:buChar char="v"/>
            </a:pPr>
            <a:endParaRPr lang="en-US" sz="2400" dirty="0">
              <a:solidFill>
                <a:schemeClr val="bg1"/>
              </a:solidFill>
              <a:latin typeface="Inclusive Sans" panose="020B0604020202020204" charset="0"/>
              <a:cs typeface="Inclusive Sans" panose="020B0604020202020204" charset="0"/>
            </a:endParaRPr>
          </a:p>
          <a:p>
            <a:pPr marL="342900" marR="0" lvl="0" indent="-34290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Font typeface="Wingdings" panose="05000000000000000000" pitchFamily="2" charset="2"/>
              <a:buChar char="v"/>
            </a:pPr>
            <a:r>
              <a:rPr lang="en-US" sz="2400" dirty="0" err="1">
                <a:solidFill>
                  <a:schemeClr val="bg1"/>
                </a:solidFill>
                <a:latin typeface="Inclusive Sans" panose="020B0604020202020204" charset="0"/>
                <a:cs typeface="Inclusive Sans" panose="020B0604020202020204" charset="0"/>
              </a:rPr>
              <a:t>Trimite</a:t>
            </a:r>
            <a:r>
              <a:rPr lang="en-US" sz="2400" dirty="0">
                <a:solidFill>
                  <a:schemeClr val="bg1"/>
                </a:solidFill>
                <a:latin typeface="Inclusive Sans" panose="020B0604020202020204" charset="0"/>
                <a:cs typeface="Inclusive Sans" panose="020B0604020202020204" charset="0"/>
              </a:rPr>
              <a:t> un </a:t>
            </a:r>
            <a:r>
              <a:rPr lang="en-US" sz="2400" dirty="0" err="1">
                <a:solidFill>
                  <a:schemeClr val="bg1"/>
                </a:solidFill>
                <a:latin typeface="Inclusive Sans" panose="020B0604020202020204" charset="0"/>
                <a:cs typeface="Inclusive Sans" panose="020B0604020202020204" charset="0"/>
              </a:rPr>
              <a:t>semnal</a:t>
            </a:r>
            <a:r>
              <a:rPr lang="en-US" sz="2400" dirty="0">
                <a:solidFill>
                  <a:schemeClr val="bg1"/>
                </a:solidFill>
                <a:latin typeface="Inclusive Sans" panose="020B0604020202020204" charset="0"/>
                <a:cs typeface="Inclusive Sans" panose="020B0604020202020204" charset="0"/>
              </a:rPr>
              <a:t> (</a:t>
            </a:r>
            <a:r>
              <a:rPr lang="en-US" sz="2400" dirty="0" err="1">
                <a:solidFill>
                  <a:schemeClr val="bg1"/>
                </a:solidFill>
                <a:latin typeface="Inclusive Sans" panose="020B0604020202020204" charset="0"/>
                <a:cs typeface="Inclusive Sans" panose="020B0604020202020204" charset="0"/>
              </a:rPr>
              <a:t>pthread_cond_signal</a:t>
            </a:r>
            <a:r>
              <a:rPr lang="en-US" sz="2400" dirty="0">
                <a:solidFill>
                  <a:schemeClr val="bg1"/>
                </a:solidFill>
                <a:latin typeface="Inclusive Sans" panose="020B0604020202020204" charset="0"/>
                <a:cs typeface="Inclusive Sans" panose="020B0604020202020204" charset="0"/>
              </a:rPr>
              <a:t>) </a:t>
            </a:r>
            <a:r>
              <a:rPr lang="en-US" sz="2400" dirty="0" err="1">
                <a:solidFill>
                  <a:schemeClr val="bg1"/>
                </a:solidFill>
                <a:latin typeface="Inclusive Sans" panose="020B0604020202020204" charset="0"/>
                <a:cs typeface="Inclusive Sans" panose="020B0604020202020204" charset="0"/>
              </a:rPr>
              <a:t>pentru</a:t>
            </a:r>
            <a:r>
              <a:rPr lang="en-US" sz="2400" dirty="0">
                <a:solidFill>
                  <a:schemeClr val="bg1"/>
                </a:solidFill>
                <a:latin typeface="Inclusive Sans" panose="020B0604020202020204" charset="0"/>
                <a:cs typeface="Inclusive Sans" panose="020B0604020202020204" charset="0"/>
              </a:rPr>
              <a:t> a </a:t>
            </a:r>
            <a:r>
              <a:rPr lang="en-US" sz="2400" dirty="0" err="1">
                <a:solidFill>
                  <a:schemeClr val="bg1"/>
                </a:solidFill>
                <a:latin typeface="Inclusive Sans" panose="020B0604020202020204" charset="0"/>
                <a:cs typeface="Inclusive Sans" panose="020B0604020202020204" charset="0"/>
              </a:rPr>
              <a:t>trezi</a:t>
            </a:r>
            <a:r>
              <a:rPr lang="en-US" sz="2400" dirty="0">
                <a:solidFill>
                  <a:schemeClr val="bg1"/>
                </a:solidFill>
                <a:latin typeface="Inclusive Sans" panose="020B0604020202020204" charset="0"/>
                <a:cs typeface="Inclusive Sans" panose="020B0604020202020204" charset="0"/>
              </a:rPr>
              <a:t> Worker-</a:t>
            </a:r>
            <a:r>
              <a:rPr lang="en-US" sz="2400" dirty="0" err="1">
                <a:solidFill>
                  <a:schemeClr val="bg1"/>
                </a:solidFill>
                <a:latin typeface="Inclusive Sans" panose="020B0604020202020204" charset="0"/>
                <a:cs typeface="Inclusive Sans" panose="020B0604020202020204" charset="0"/>
              </a:rPr>
              <a:t>ul</a:t>
            </a:r>
            <a:endParaRPr lang="en-US" sz="2400" dirty="0">
              <a:solidFill>
                <a:schemeClr val="bg1"/>
              </a:solidFill>
              <a:latin typeface="Inclusive Sans" panose="020B0604020202020204" charset="0"/>
              <a:cs typeface="Inclusive Sans" panose="020B0604020202020204" charset="0"/>
            </a:endParaRPr>
          </a:p>
        </p:txBody>
      </p:sp>
      <p:sp>
        <p:nvSpPr>
          <p:cNvPr id="286" name="Google Shape;286;p20"/>
          <p:cNvSpPr txBox="1"/>
          <p:nvPr/>
        </p:nvSpPr>
        <p:spPr>
          <a:xfrm>
            <a:off x="371475" y="574675"/>
            <a:ext cx="13401995" cy="11817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000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399" b="0" i="0" u="none" strike="noStrike" cap="none" dirty="0">
                <a:solidFill>
                  <a:srgbClr val="A477FF"/>
                </a:solidFill>
                <a:latin typeface="Merriweather Sans Light"/>
                <a:ea typeface="Merriweather Sans Light"/>
                <a:cs typeface="Merriweather Sans Light"/>
                <a:sym typeface="Merriweather Sans Light"/>
              </a:rPr>
              <a:t>Workflow-</a:t>
            </a:r>
            <a:r>
              <a:rPr lang="en-US" sz="6399" b="0" i="0" u="none" strike="noStrike" cap="none" dirty="0" err="1">
                <a:solidFill>
                  <a:srgbClr val="A477FF"/>
                </a:solidFill>
                <a:latin typeface="Merriweather Sans Light"/>
                <a:ea typeface="Merriweather Sans Light"/>
                <a:cs typeface="Merriweather Sans Light"/>
                <a:sym typeface="Merriweather Sans Light"/>
              </a:rPr>
              <a:t>ul</a:t>
            </a:r>
            <a:r>
              <a:rPr lang="en-US" sz="6399" b="0" i="0" u="none" strike="noStrike" cap="none" dirty="0">
                <a:solidFill>
                  <a:srgbClr val="A477FF"/>
                </a:solidFill>
                <a:latin typeface="Merriweather Sans Light"/>
                <a:ea typeface="Merriweather Sans Light"/>
                <a:cs typeface="Merriweather Sans Light"/>
                <a:sym typeface="Merriweather Sans Light"/>
              </a:rPr>
              <a:t> </a:t>
            </a:r>
            <a:r>
              <a:rPr lang="en-US" sz="6399" b="0" i="0" u="none" strike="noStrike" cap="none" dirty="0" err="1">
                <a:solidFill>
                  <a:srgbClr val="A477FF"/>
                </a:solidFill>
                <a:latin typeface="Merriweather Sans Light"/>
                <a:ea typeface="Merriweather Sans Light"/>
                <a:cs typeface="Merriweather Sans Light"/>
                <a:sym typeface="Merriweather Sans Light"/>
              </a:rPr>
              <a:t>Aplicației</a:t>
            </a:r>
            <a:r>
              <a:rPr lang="en-US" sz="6399" b="0" i="0" u="none" strike="noStrike" cap="none" dirty="0">
                <a:solidFill>
                  <a:srgbClr val="A477FF"/>
                </a:solidFill>
                <a:latin typeface="Merriweather Sans Light"/>
                <a:ea typeface="Merriweather Sans Light"/>
                <a:cs typeface="Merriweather Sans Light"/>
                <a:sym typeface="Merriweather Sans Light"/>
              </a:rPr>
              <a:t> Pasul 1</a:t>
            </a:r>
          </a:p>
        </p:txBody>
      </p:sp>
      <p:sp>
        <p:nvSpPr>
          <p:cNvPr id="287" name="Google Shape;287;p20"/>
          <p:cNvSpPr txBox="1"/>
          <p:nvPr/>
        </p:nvSpPr>
        <p:spPr>
          <a:xfrm>
            <a:off x="381000" y="9614535"/>
            <a:ext cx="4314825" cy="2914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sng" strike="noStrike" cap="none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  <a:hlinkClick r:id="rId3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Back to overview page</a:t>
            </a:r>
            <a:endParaRPr/>
          </a:p>
        </p:txBody>
      </p:sp>
      <p:pic>
        <p:nvPicPr>
          <p:cNvPr id="288" name="Google Shape;288;p20"/>
          <p:cNvPicPr preferRelativeResize="0"/>
          <p:nvPr/>
        </p:nvPicPr>
        <p:blipFill rotWithShape="1">
          <a:blip r:embed="rId4">
            <a:alphaModFix/>
          </a:blip>
          <a:srcRect t="51837" r="418"/>
          <a:stretch/>
        </p:blipFill>
        <p:spPr>
          <a:xfrm>
            <a:off x="11268775" y="0"/>
            <a:ext cx="7019224" cy="2119000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CasetăText 2">
            <a:extLst>
              <a:ext uri="{FF2B5EF4-FFF2-40B4-BE49-F238E27FC236}">
                <a16:creationId xmlns:a16="http://schemas.microsoft.com/office/drawing/2014/main" id="{1F70E4F7-BC44-A11C-4B6F-229DCA55A8C0}"/>
              </a:ext>
            </a:extLst>
          </p:cNvPr>
          <p:cNvSpPr txBox="1"/>
          <p:nvPr/>
        </p:nvSpPr>
        <p:spPr>
          <a:xfrm>
            <a:off x="2319611" y="2323525"/>
            <a:ext cx="155202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o-RO" sz="3200" dirty="0">
                <a:solidFill>
                  <a:schemeClr val="bg1"/>
                </a:solidFill>
              </a:rPr>
              <a:t>Clientul</a:t>
            </a:r>
          </a:p>
        </p:txBody>
      </p:sp>
      <p:sp>
        <p:nvSpPr>
          <p:cNvPr id="4" name="CasetăText 3">
            <a:extLst>
              <a:ext uri="{FF2B5EF4-FFF2-40B4-BE49-F238E27FC236}">
                <a16:creationId xmlns:a16="http://schemas.microsoft.com/office/drawing/2014/main" id="{15ED9716-EECD-72CF-3592-AD6583A08171}"/>
              </a:ext>
            </a:extLst>
          </p:cNvPr>
          <p:cNvSpPr txBox="1"/>
          <p:nvPr/>
        </p:nvSpPr>
        <p:spPr>
          <a:xfrm>
            <a:off x="6919326" y="2275201"/>
            <a:ext cx="444224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o-RO" sz="3200" dirty="0">
                <a:solidFill>
                  <a:schemeClr val="bg1"/>
                </a:solidFill>
              </a:rPr>
              <a:t>Serverul (INET </a:t>
            </a:r>
            <a:r>
              <a:rPr lang="ro-RO" sz="3200" dirty="0" err="1">
                <a:solidFill>
                  <a:schemeClr val="bg1"/>
                </a:solidFill>
              </a:rPr>
              <a:t>Thread</a:t>
            </a:r>
            <a:r>
              <a:rPr lang="ro-RO" sz="3200" dirty="0">
                <a:solidFill>
                  <a:schemeClr val="bg1"/>
                </a:solidFill>
              </a:rPr>
              <a:t>)</a:t>
            </a:r>
          </a:p>
        </p:txBody>
      </p:sp>
      <p:sp>
        <p:nvSpPr>
          <p:cNvPr id="7" name="CasetăText 6">
            <a:extLst>
              <a:ext uri="{FF2B5EF4-FFF2-40B4-BE49-F238E27FC236}">
                <a16:creationId xmlns:a16="http://schemas.microsoft.com/office/drawing/2014/main" id="{57B72DA4-281E-0CDA-D949-A101C3669C5E}"/>
              </a:ext>
            </a:extLst>
          </p:cNvPr>
          <p:cNvSpPr txBox="1"/>
          <p:nvPr/>
        </p:nvSpPr>
        <p:spPr>
          <a:xfrm>
            <a:off x="13837770" y="2282246"/>
            <a:ext cx="269016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o-RO" sz="3200" dirty="0">
                <a:solidFill>
                  <a:schemeClr val="bg1"/>
                </a:solidFill>
              </a:rPr>
              <a:t>Sincronizarea</a:t>
            </a:r>
          </a:p>
        </p:txBody>
      </p:sp>
      <p:sp>
        <p:nvSpPr>
          <p:cNvPr id="9" name="Google Shape;308;p21">
            <a:extLst>
              <a:ext uri="{FF2B5EF4-FFF2-40B4-BE49-F238E27FC236}">
                <a16:creationId xmlns:a16="http://schemas.microsoft.com/office/drawing/2014/main" id="{C5C9C341-278C-9E8A-F206-5AD75A0E714A}"/>
              </a:ext>
            </a:extLst>
          </p:cNvPr>
          <p:cNvSpPr txBox="1"/>
          <p:nvPr/>
        </p:nvSpPr>
        <p:spPr>
          <a:xfrm>
            <a:off x="371475" y="1517200"/>
            <a:ext cx="12564818" cy="6461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001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fr-FR" sz="2999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Cum </a:t>
            </a:r>
            <a:r>
              <a:rPr lang="fr-FR" sz="2999" b="0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ajunge</a:t>
            </a:r>
            <a:r>
              <a:rPr lang="fr-FR" sz="2999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 </a:t>
            </a:r>
            <a:r>
              <a:rPr lang="fr-FR" sz="2999" b="0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testul</a:t>
            </a:r>
            <a:r>
              <a:rPr lang="fr-FR" sz="2999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 de la </a:t>
            </a:r>
            <a:r>
              <a:rPr lang="fr-FR" sz="2999" b="0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student</a:t>
            </a:r>
            <a:r>
              <a:rPr lang="fr-FR" sz="2999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 la server</a:t>
            </a:r>
          </a:p>
        </p:txBody>
      </p:sp>
    </p:spTree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2000">
        <p15:prstTrans prst="crush"/>
      </p:transition>
    </mc:Choice>
    <mc:Fallback xmlns=""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0D39"/>
        </a:solidFill>
        <a:effectLst/>
      </p:bgPr>
    </p:bg>
    <p:spTree>
      <p:nvGrpSpPr>
        <p:cNvPr id="1" name="Shape 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p19"/>
          <p:cNvSpPr txBox="1"/>
          <p:nvPr/>
        </p:nvSpPr>
        <p:spPr>
          <a:xfrm>
            <a:off x="381000" y="565366"/>
            <a:ext cx="9763125" cy="23634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000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399" b="0" i="0" u="none" strike="noStrike" cap="none" dirty="0">
                <a:solidFill>
                  <a:schemeClr val="bg1"/>
                </a:solidFill>
                <a:latin typeface="Merriweather Sans Light"/>
                <a:ea typeface="Merriweather Sans Light"/>
                <a:cs typeface="Merriweather Sans Light"/>
                <a:sym typeface="Merriweather Sans Light"/>
              </a:rPr>
              <a:t>Workflow-</a:t>
            </a:r>
            <a:r>
              <a:rPr lang="en-US" sz="6399" b="0" i="0" u="none" strike="noStrike" cap="none" dirty="0" err="1">
                <a:solidFill>
                  <a:schemeClr val="bg1"/>
                </a:solidFill>
                <a:latin typeface="Merriweather Sans Light"/>
                <a:ea typeface="Merriweather Sans Light"/>
                <a:cs typeface="Merriweather Sans Light"/>
                <a:sym typeface="Merriweather Sans Light"/>
              </a:rPr>
              <a:t>ul</a:t>
            </a:r>
            <a:r>
              <a:rPr lang="en-US" sz="6399" b="0" i="0" u="none" strike="noStrike" cap="none" dirty="0">
                <a:solidFill>
                  <a:schemeClr val="bg1"/>
                </a:solidFill>
                <a:latin typeface="Merriweather Sans Light"/>
                <a:ea typeface="Merriweather Sans Light"/>
                <a:cs typeface="Merriweather Sans Light"/>
                <a:sym typeface="Merriweather Sans Light"/>
              </a:rPr>
              <a:t> </a:t>
            </a:r>
            <a:r>
              <a:rPr lang="en-US" sz="6399" b="0" i="0" u="none" strike="noStrike" cap="none" dirty="0" err="1">
                <a:solidFill>
                  <a:schemeClr val="bg1"/>
                </a:solidFill>
                <a:latin typeface="Merriweather Sans Light"/>
                <a:ea typeface="Merriweather Sans Light"/>
                <a:cs typeface="Merriweather Sans Light"/>
                <a:sym typeface="Merriweather Sans Light"/>
              </a:rPr>
              <a:t>Aplicației</a:t>
            </a:r>
            <a:r>
              <a:rPr lang="en-US" sz="6399" b="0" i="0" u="none" strike="noStrike" cap="none" dirty="0">
                <a:solidFill>
                  <a:schemeClr val="bg1"/>
                </a:solidFill>
                <a:latin typeface="Merriweather Sans Light"/>
                <a:ea typeface="Merriweather Sans Light"/>
                <a:cs typeface="Merriweather Sans Light"/>
                <a:sym typeface="Merriweather Sans Light"/>
              </a:rPr>
              <a:t> Pasul 2</a:t>
            </a:r>
          </a:p>
        </p:txBody>
      </p:sp>
      <p:sp>
        <p:nvSpPr>
          <p:cNvPr id="206" name="Google Shape;206;p19"/>
          <p:cNvSpPr txBox="1"/>
          <p:nvPr/>
        </p:nvSpPr>
        <p:spPr>
          <a:xfrm>
            <a:off x="381000" y="9614535"/>
            <a:ext cx="4314825" cy="2914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sng" strike="noStrike" cap="none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  <a:hlinkClick r:id="rId3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Back to overview page</a:t>
            </a:r>
            <a:endParaRPr/>
          </a:p>
        </p:txBody>
      </p:sp>
      <p:sp>
        <p:nvSpPr>
          <p:cNvPr id="8" name="Titlu 7">
            <a:extLst>
              <a:ext uri="{FF2B5EF4-FFF2-40B4-BE49-F238E27FC236}">
                <a16:creationId xmlns:a16="http://schemas.microsoft.com/office/drawing/2014/main" id="{C37B07CE-6165-1BB0-5F8E-E87A50C370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12792" y="3971574"/>
            <a:ext cx="2232415" cy="706849"/>
          </a:xfrm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txBody>
          <a:bodyPr>
            <a:normAutofit/>
          </a:bodyPr>
          <a:lstStyle/>
          <a:p>
            <a:r>
              <a:rPr lang="ro-RO" sz="4000" dirty="0"/>
              <a:t>Trezirea</a:t>
            </a:r>
          </a:p>
        </p:txBody>
      </p:sp>
      <p:sp>
        <p:nvSpPr>
          <p:cNvPr id="9" name="Substituent text 8">
            <a:extLst>
              <a:ext uri="{FF2B5EF4-FFF2-40B4-BE49-F238E27FC236}">
                <a16:creationId xmlns:a16="http://schemas.microsoft.com/office/drawing/2014/main" id="{EEABE242-9A81-8C45-3CB4-621AED612FB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50692" y="4910961"/>
            <a:ext cx="5204215" cy="4278759"/>
          </a:xfrm>
          <a:ln/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>
            <a:normAutofit/>
          </a:bodyPr>
          <a:lstStyle/>
          <a:p>
            <a:pPr algn="ctr"/>
            <a:r>
              <a:rPr lang="ro-RO" sz="2000" dirty="0" err="1"/>
              <a:t>Worker</a:t>
            </a:r>
            <a:r>
              <a:rPr lang="ro-RO" sz="2000" dirty="0"/>
              <a:t> </a:t>
            </a:r>
            <a:r>
              <a:rPr lang="ro-RO" sz="2000" dirty="0" err="1"/>
              <a:t>Thread</a:t>
            </a:r>
            <a:r>
              <a:rPr lang="ro-RO" sz="2000" dirty="0"/>
              <a:t> primește semnalul</a:t>
            </a:r>
            <a:endParaRPr lang="en-US" sz="2000" dirty="0"/>
          </a:p>
          <a:p>
            <a:pPr algn="ctr"/>
            <a:endParaRPr lang="en-US" sz="2000" dirty="0"/>
          </a:p>
          <a:p>
            <a:pPr algn="ctr"/>
            <a:endParaRPr lang="en-US" sz="2000" dirty="0"/>
          </a:p>
          <a:p>
            <a:pPr marL="114300" indent="0" algn="ctr">
              <a:buNone/>
            </a:pPr>
            <a:endParaRPr lang="en-US" sz="2000" dirty="0"/>
          </a:p>
          <a:p>
            <a:pPr algn="ctr"/>
            <a:r>
              <a:rPr lang="en-US" sz="2000" dirty="0" err="1"/>
              <a:t>Blochează</a:t>
            </a:r>
            <a:r>
              <a:rPr lang="en-US" sz="2000" dirty="0"/>
              <a:t> Mutex-</a:t>
            </a:r>
            <a:r>
              <a:rPr lang="en-US" sz="2000" dirty="0" err="1"/>
              <a:t>ul</a:t>
            </a:r>
            <a:endParaRPr lang="en-US" sz="2000" dirty="0"/>
          </a:p>
          <a:p>
            <a:pPr algn="ctr"/>
            <a:endParaRPr lang="en-US" sz="2000" dirty="0"/>
          </a:p>
          <a:p>
            <a:pPr algn="ctr"/>
            <a:endParaRPr lang="en-US" sz="2000" dirty="0"/>
          </a:p>
          <a:p>
            <a:pPr algn="ctr"/>
            <a:endParaRPr lang="en-US" sz="2000" dirty="0"/>
          </a:p>
          <a:p>
            <a:pPr algn="ctr"/>
            <a:r>
              <a:rPr lang="en-US" sz="2000" dirty="0"/>
              <a:t>E</a:t>
            </a:r>
            <a:r>
              <a:rPr lang="ro-RO" sz="2000" dirty="0" err="1"/>
              <a:t>xtrage</a:t>
            </a:r>
            <a:r>
              <a:rPr lang="ro-RO" sz="2000" dirty="0"/>
              <a:t> primul test din coadă și eliberează </a:t>
            </a:r>
            <a:r>
              <a:rPr lang="ro-RO" sz="2000" dirty="0" err="1"/>
              <a:t>Mutex-ul</a:t>
            </a:r>
            <a:r>
              <a:rPr lang="ro-RO" sz="2000" dirty="0"/>
              <a:t> rapid</a:t>
            </a:r>
          </a:p>
        </p:txBody>
      </p:sp>
      <p:sp>
        <p:nvSpPr>
          <p:cNvPr id="13" name="Săgeată: jos 12">
            <a:extLst>
              <a:ext uri="{FF2B5EF4-FFF2-40B4-BE49-F238E27FC236}">
                <a16:creationId xmlns:a16="http://schemas.microsoft.com/office/drawing/2014/main" id="{1A73DA83-ACE2-9A2C-F8E1-DA34407BA096}"/>
              </a:ext>
            </a:extLst>
          </p:cNvPr>
          <p:cNvSpPr/>
          <p:nvPr/>
        </p:nvSpPr>
        <p:spPr>
          <a:xfrm>
            <a:off x="3154679" y="7126398"/>
            <a:ext cx="548640" cy="845820"/>
          </a:xfrm>
          <a:prstGeom prst="downArrow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o-RO" dirty="0"/>
          </a:p>
        </p:txBody>
      </p:sp>
      <p:sp>
        <p:nvSpPr>
          <p:cNvPr id="14" name="Titlu 7">
            <a:extLst>
              <a:ext uri="{FF2B5EF4-FFF2-40B4-BE49-F238E27FC236}">
                <a16:creationId xmlns:a16="http://schemas.microsoft.com/office/drawing/2014/main" id="{AE51CDFA-3A54-4796-1AAA-03C8C349C34F}"/>
              </a:ext>
            </a:extLst>
          </p:cNvPr>
          <p:cNvSpPr txBox="1">
            <a:spLocks/>
          </p:cNvSpPr>
          <p:nvPr/>
        </p:nvSpPr>
        <p:spPr>
          <a:xfrm>
            <a:off x="7739535" y="3630733"/>
            <a:ext cx="2232415" cy="117192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9F6FF"/>
              </a:buClr>
              <a:buSzPts val="10000"/>
              <a:buFont typeface="Merriweather Sans"/>
              <a:buNone/>
              <a:defRPr sz="10000" b="0" i="0" u="none" strike="noStrike" cap="none">
                <a:solidFill>
                  <a:srgbClr val="F9F6FF"/>
                </a:solidFill>
                <a:latin typeface="Merriweather Sans"/>
                <a:ea typeface="Merriweather Sans"/>
                <a:cs typeface="Merriweather Sans"/>
                <a:sym typeface="Merriweather Sans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9F6FF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F9F6FF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9F6FF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F9F6FF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9F6FF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F9F6FF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9F6FF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F9F6FF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9F6FF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F9F6FF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9F6FF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F9F6FF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9F6FF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F9F6FF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9F6FF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F9F6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ro-RO" sz="4000" dirty="0"/>
              <a:t>Puntea C-C++</a:t>
            </a:r>
          </a:p>
        </p:txBody>
      </p:sp>
      <p:sp>
        <p:nvSpPr>
          <p:cNvPr id="17" name="Substituent text 8">
            <a:extLst>
              <a:ext uri="{FF2B5EF4-FFF2-40B4-BE49-F238E27FC236}">
                <a16:creationId xmlns:a16="http://schemas.microsoft.com/office/drawing/2014/main" id="{0567E242-C7A3-AEDD-11FB-5082704EE677}"/>
              </a:ext>
            </a:extLst>
          </p:cNvPr>
          <p:cNvSpPr txBox="1">
            <a:spLocks/>
          </p:cNvSpPr>
          <p:nvPr/>
        </p:nvSpPr>
        <p:spPr>
          <a:xfrm>
            <a:off x="6107306" y="4910961"/>
            <a:ext cx="5204215" cy="4278759"/>
          </a:xfrm>
          <a:prstGeom prst="rect">
            <a:avLst/>
          </a:prstGeom>
          <a:ln/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spcFirstLastPara="1" wrap="square" lIns="91425" tIns="45700" rIns="91425" bIns="45700" anchor="t" anchorCtr="0"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rgbClr val="F9F6FF"/>
              </a:buClr>
              <a:buSzPts val="1800"/>
              <a:buFont typeface="Inclusive Sans"/>
              <a:buChar char="•"/>
              <a:defRPr sz="1800" b="0" i="0" u="none" strike="noStrike" cap="none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defRPr>
            </a:lvl1pPr>
            <a:lvl2pPr marL="914400" marR="0" lvl="1" indent="-34290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F9F6FF"/>
              </a:buClr>
              <a:buSzPts val="1800"/>
              <a:buFont typeface="Inclusive Sans"/>
              <a:buChar char="–"/>
              <a:defRPr sz="1800" b="0" i="0" u="none" strike="noStrike" cap="none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defRPr>
            </a:lvl2pPr>
            <a:lvl3pPr marL="1371600" marR="0" lvl="2" indent="-34290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F9F6FF"/>
              </a:buClr>
              <a:buSzPts val="1800"/>
              <a:buFont typeface="Inclusive Sans"/>
              <a:buChar char="•"/>
              <a:defRPr sz="1800" b="0" i="0" u="none" strike="noStrike" cap="none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defRPr>
            </a:lvl3pPr>
            <a:lvl4pPr marL="1828800" marR="0" lvl="3" indent="-3429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9F6FF"/>
              </a:buClr>
              <a:buSzPts val="1800"/>
              <a:buFont typeface="Inclusive Sans"/>
              <a:buChar char="–"/>
              <a:defRPr sz="1800" b="0" i="0" u="none" strike="noStrike" cap="none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defRPr>
            </a:lvl4pPr>
            <a:lvl5pPr marL="2286000" marR="0" lvl="4" indent="-3429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9F6FF"/>
              </a:buClr>
              <a:buSzPts val="1800"/>
              <a:buFont typeface="Inclusive Sans"/>
              <a:buChar char="»"/>
              <a:defRPr sz="1800" b="0" i="0" u="none" strike="noStrike" cap="none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defRPr>
            </a:lvl5pPr>
            <a:lvl6pPr marL="2743200" marR="0" lvl="5" indent="-3429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9F6FF"/>
              </a:buClr>
              <a:buSzPts val="1800"/>
              <a:buFont typeface="Inclusive Sans"/>
              <a:buChar char="•"/>
              <a:defRPr sz="1800" b="0" i="0" u="none" strike="noStrike" cap="none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defRPr>
            </a:lvl6pPr>
            <a:lvl7pPr marL="3200400" marR="0" lvl="6" indent="-3429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9F6FF"/>
              </a:buClr>
              <a:buSzPts val="1800"/>
              <a:buFont typeface="Inclusive Sans"/>
              <a:buChar char="•"/>
              <a:defRPr sz="1800" b="0" i="0" u="none" strike="noStrike" cap="none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defRPr>
            </a:lvl7pPr>
            <a:lvl8pPr marL="3657600" marR="0" lvl="7" indent="-3429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9F6FF"/>
              </a:buClr>
              <a:buSzPts val="1800"/>
              <a:buFont typeface="Inclusive Sans"/>
              <a:buChar char="•"/>
              <a:defRPr sz="1800" b="0" i="0" u="none" strike="noStrike" cap="none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defRPr>
            </a:lvl8pPr>
            <a:lvl9pPr marL="4114800" marR="0" lvl="8" indent="-3429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9F6FF"/>
              </a:buClr>
              <a:buSzPts val="1800"/>
              <a:buFont typeface="Inclusive Sans"/>
              <a:buChar char="•"/>
              <a:defRPr sz="1800" b="0" i="0" u="none" strike="noStrike" cap="none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defRPr>
            </a:lvl9pPr>
          </a:lstStyle>
          <a:p>
            <a:pPr algn="ctr"/>
            <a:r>
              <a:rPr lang="it-IT" sz="2000" dirty="0"/>
              <a:t>Trimite imaginea prin wrapper-ul nostru nativ</a:t>
            </a:r>
            <a:endParaRPr lang="en-US" sz="2000" dirty="0"/>
          </a:p>
          <a:p>
            <a:pPr marL="114300" indent="0" algn="ctr">
              <a:buFont typeface="Inclusive Sans"/>
              <a:buNone/>
            </a:pPr>
            <a:endParaRPr lang="en-US" sz="2000" dirty="0"/>
          </a:p>
          <a:p>
            <a:pPr marL="114300" indent="0" algn="ctr">
              <a:buFont typeface="Inclusive Sans"/>
              <a:buNone/>
            </a:pPr>
            <a:endParaRPr lang="en-US" sz="2000" dirty="0"/>
          </a:p>
          <a:p>
            <a:pPr marL="114300" indent="0" algn="ctr">
              <a:buFont typeface="Inclusive Sans"/>
              <a:buNone/>
            </a:pPr>
            <a:endParaRPr lang="en-US" sz="2000" dirty="0"/>
          </a:p>
          <a:p>
            <a:pPr marL="114300" indent="0" algn="ctr">
              <a:buFont typeface="Inclusive Sans"/>
              <a:buNone/>
            </a:pPr>
            <a:endParaRPr lang="en-US" sz="2000" dirty="0"/>
          </a:p>
          <a:p>
            <a:pPr marL="114300" indent="0" algn="ctr">
              <a:buFont typeface="Inclusive Sans"/>
              <a:buNone/>
            </a:pPr>
            <a:endParaRPr lang="en-US" sz="2000" dirty="0"/>
          </a:p>
          <a:p>
            <a:pPr marL="114300" indent="0" algn="ctr">
              <a:buFont typeface="Inclusive Sans"/>
              <a:buNone/>
            </a:pPr>
            <a:endParaRPr lang="en-US" sz="2000" dirty="0"/>
          </a:p>
          <a:p>
            <a:pPr algn="ctr"/>
            <a:r>
              <a:rPr lang="en-US" sz="2000" dirty="0"/>
              <a:t> </a:t>
            </a:r>
            <a:r>
              <a:rPr lang="pt-BR" sz="2000" dirty="0"/>
              <a:t>Biblioteca precompilată OpenCV o primește</a:t>
            </a:r>
            <a:endParaRPr lang="en-US" sz="2000" dirty="0"/>
          </a:p>
        </p:txBody>
      </p:sp>
      <p:sp>
        <p:nvSpPr>
          <p:cNvPr id="18" name="Substituent text 8">
            <a:extLst>
              <a:ext uri="{FF2B5EF4-FFF2-40B4-BE49-F238E27FC236}">
                <a16:creationId xmlns:a16="http://schemas.microsoft.com/office/drawing/2014/main" id="{6074ECE4-6392-8D9D-9062-BB73DA5E54BC}"/>
              </a:ext>
            </a:extLst>
          </p:cNvPr>
          <p:cNvSpPr txBox="1">
            <a:spLocks/>
          </p:cNvSpPr>
          <p:nvPr/>
        </p:nvSpPr>
        <p:spPr>
          <a:xfrm>
            <a:off x="11463920" y="4910961"/>
            <a:ext cx="5204215" cy="4278759"/>
          </a:xfrm>
          <a:prstGeom prst="rect">
            <a:avLst/>
          </a:prstGeom>
          <a:ln/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spcFirstLastPara="1" wrap="square" lIns="91425" tIns="45700" rIns="91425" bIns="45700" anchor="t" anchorCtr="0"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rgbClr val="F9F6FF"/>
              </a:buClr>
              <a:buSzPts val="1800"/>
              <a:buFont typeface="Inclusive Sans"/>
              <a:buChar char="•"/>
              <a:defRPr sz="1800" b="0" i="0" u="none" strike="noStrike" cap="none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defRPr>
            </a:lvl1pPr>
            <a:lvl2pPr marL="914400" marR="0" lvl="1" indent="-34290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F9F6FF"/>
              </a:buClr>
              <a:buSzPts val="1800"/>
              <a:buFont typeface="Inclusive Sans"/>
              <a:buChar char="–"/>
              <a:defRPr sz="1800" b="0" i="0" u="none" strike="noStrike" cap="none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defRPr>
            </a:lvl2pPr>
            <a:lvl3pPr marL="1371600" marR="0" lvl="2" indent="-34290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F9F6FF"/>
              </a:buClr>
              <a:buSzPts val="1800"/>
              <a:buFont typeface="Inclusive Sans"/>
              <a:buChar char="•"/>
              <a:defRPr sz="1800" b="0" i="0" u="none" strike="noStrike" cap="none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defRPr>
            </a:lvl3pPr>
            <a:lvl4pPr marL="1828800" marR="0" lvl="3" indent="-3429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9F6FF"/>
              </a:buClr>
              <a:buSzPts val="1800"/>
              <a:buFont typeface="Inclusive Sans"/>
              <a:buChar char="–"/>
              <a:defRPr sz="1800" b="0" i="0" u="none" strike="noStrike" cap="none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defRPr>
            </a:lvl4pPr>
            <a:lvl5pPr marL="2286000" marR="0" lvl="4" indent="-3429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9F6FF"/>
              </a:buClr>
              <a:buSzPts val="1800"/>
              <a:buFont typeface="Inclusive Sans"/>
              <a:buChar char="»"/>
              <a:defRPr sz="1800" b="0" i="0" u="none" strike="noStrike" cap="none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defRPr>
            </a:lvl5pPr>
            <a:lvl6pPr marL="2743200" marR="0" lvl="5" indent="-3429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9F6FF"/>
              </a:buClr>
              <a:buSzPts val="1800"/>
              <a:buFont typeface="Inclusive Sans"/>
              <a:buChar char="•"/>
              <a:defRPr sz="1800" b="0" i="0" u="none" strike="noStrike" cap="none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defRPr>
            </a:lvl6pPr>
            <a:lvl7pPr marL="3200400" marR="0" lvl="6" indent="-3429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9F6FF"/>
              </a:buClr>
              <a:buSzPts val="1800"/>
              <a:buFont typeface="Inclusive Sans"/>
              <a:buChar char="•"/>
              <a:defRPr sz="1800" b="0" i="0" u="none" strike="noStrike" cap="none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defRPr>
            </a:lvl7pPr>
            <a:lvl8pPr marL="3657600" marR="0" lvl="7" indent="-3429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9F6FF"/>
              </a:buClr>
              <a:buSzPts val="1800"/>
              <a:buFont typeface="Inclusive Sans"/>
              <a:buChar char="•"/>
              <a:defRPr sz="1800" b="0" i="0" u="none" strike="noStrike" cap="none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defRPr>
            </a:lvl8pPr>
            <a:lvl9pPr marL="4114800" marR="0" lvl="8" indent="-3429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9F6FF"/>
              </a:buClr>
              <a:buSzPts val="1800"/>
              <a:buFont typeface="Inclusive Sans"/>
              <a:buChar char="•"/>
              <a:defRPr sz="1800" b="0" i="0" u="none" strike="noStrike" cap="none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defRPr>
            </a:lvl9pPr>
          </a:lstStyle>
          <a:p>
            <a:pPr algn="ctr"/>
            <a:r>
              <a:rPr lang="ro-RO" sz="2000" dirty="0">
                <a:latin typeface="Inclusive Sans" panose="020B0604020202020204" charset="0"/>
                <a:cs typeface="Inclusive Sans" panose="020B0604020202020204" charset="0"/>
              </a:rPr>
              <a:t>Analizează coordonatele fiecărei bule</a:t>
            </a:r>
            <a:endParaRPr lang="en-US" sz="2000" dirty="0">
              <a:latin typeface="Inclusive Sans" panose="020B0604020202020204" charset="0"/>
              <a:cs typeface="Inclusive Sans" panose="020B0604020202020204" charset="0"/>
            </a:endParaRPr>
          </a:p>
          <a:p>
            <a:pPr marL="114300" indent="0" algn="ctr">
              <a:buFont typeface="Inclusive Sans"/>
              <a:buNone/>
            </a:pPr>
            <a:endParaRPr lang="en-US" sz="2000" dirty="0">
              <a:latin typeface="Inclusive Sans" panose="020B0604020202020204" charset="0"/>
              <a:cs typeface="Inclusive Sans" panose="020B0604020202020204" charset="0"/>
            </a:endParaRPr>
          </a:p>
          <a:p>
            <a:pPr algn="ctr"/>
            <a:r>
              <a:rPr lang="en-US" sz="2000" dirty="0">
                <a:latin typeface="Inclusive Sans" panose="020B0604020202020204" charset="0"/>
                <a:cs typeface="Inclusive Sans" panose="020B0604020202020204" charset="0"/>
              </a:rPr>
              <a:t>N</a:t>
            </a:r>
            <a:r>
              <a:rPr lang="ro-RO" sz="2000" b="0" i="0" dirty="0" err="1">
                <a:effectLst/>
                <a:latin typeface="Inclusive Sans" panose="020B0604020202020204" charset="0"/>
                <a:cs typeface="Inclusive Sans" panose="020B0604020202020204" charset="0"/>
              </a:rPr>
              <a:t>umără</a:t>
            </a:r>
            <a:r>
              <a:rPr lang="ro-RO" sz="2000" b="0" i="0" dirty="0">
                <a:effectLst/>
                <a:latin typeface="Inclusive Sans" panose="020B0604020202020204" charset="0"/>
                <a:cs typeface="Inclusive Sans" panose="020B0604020202020204" charset="0"/>
              </a:rPr>
              <a:t> pixelii negri</a:t>
            </a:r>
            <a:endParaRPr lang="en-US" sz="2000" dirty="0">
              <a:latin typeface="Inclusive Sans" panose="020B0604020202020204" charset="0"/>
              <a:cs typeface="Inclusive Sans" panose="020B0604020202020204" charset="0"/>
            </a:endParaRPr>
          </a:p>
          <a:p>
            <a:pPr marL="114300" indent="0" algn="ctr">
              <a:buNone/>
            </a:pPr>
            <a:endParaRPr lang="en-US" sz="2000" dirty="0">
              <a:latin typeface="Inclusive Sans" panose="020B0604020202020204" charset="0"/>
              <a:cs typeface="Inclusive Sans" panose="020B0604020202020204" charset="0"/>
            </a:endParaRPr>
          </a:p>
          <a:p>
            <a:pPr algn="ctr"/>
            <a:r>
              <a:rPr lang="en-US" sz="2000" dirty="0">
                <a:latin typeface="Inclusive Sans" panose="020B0604020202020204" charset="0"/>
                <a:cs typeface="Inclusive Sans" panose="020B0604020202020204" charset="0"/>
              </a:rPr>
              <a:t> </a:t>
            </a:r>
            <a:r>
              <a:rPr lang="en-US" sz="2000" dirty="0" err="1">
                <a:latin typeface="Inclusive Sans" panose="020B0604020202020204" charset="0"/>
                <a:cs typeface="Inclusive Sans" panose="020B0604020202020204" charset="0"/>
              </a:rPr>
              <a:t>Compară</a:t>
            </a:r>
            <a:r>
              <a:rPr lang="en-US" sz="2000" dirty="0">
                <a:latin typeface="Inclusive Sans" panose="020B0604020202020204" charset="0"/>
                <a:cs typeface="Inclusive Sans" panose="020B0604020202020204" charset="0"/>
              </a:rPr>
              <a:t> cu </a:t>
            </a:r>
            <a:r>
              <a:rPr lang="en-US" sz="2000" dirty="0" err="1">
                <a:latin typeface="Inclusive Sans" panose="020B0604020202020204" charset="0"/>
                <a:cs typeface="Inclusive Sans" panose="020B0604020202020204" charset="0"/>
              </a:rPr>
              <a:t>baremul</a:t>
            </a:r>
            <a:r>
              <a:rPr lang="en-US" sz="2000" dirty="0">
                <a:latin typeface="Inclusive Sans" panose="020B0604020202020204" charset="0"/>
                <a:cs typeface="Inclusive Sans" panose="020B0604020202020204" charset="0"/>
              </a:rPr>
              <a:t> din </a:t>
            </a:r>
            <a:r>
              <a:rPr lang="en-US" sz="2000" dirty="0" err="1">
                <a:latin typeface="Inclusive Sans" panose="020B0604020202020204" charset="0"/>
                <a:cs typeface="Inclusive Sans" panose="020B0604020202020204" charset="0"/>
              </a:rPr>
              <a:t>memorie</a:t>
            </a:r>
            <a:r>
              <a:rPr lang="en-US" sz="2000" dirty="0">
                <a:latin typeface="Inclusive Sans" panose="020B0604020202020204" charset="0"/>
                <a:cs typeface="Inclusive Sans" panose="020B0604020202020204" charset="0"/>
              </a:rPr>
              <a:t> </a:t>
            </a:r>
            <a:r>
              <a:rPr lang="en-US" sz="2000" dirty="0" err="1">
                <a:latin typeface="Inclusive Sans" panose="020B0604020202020204" charset="0"/>
                <a:cs typeface="Inclusive Sans" panose="020B0604020202020204" charset="0"/>
              </a:rPr>
              <a:t>și</a:t>
            </a:r>
            <a:r>
              <a:rPr lang="en-US" sz="2000" dirty="0">
                <a:latin typeface="Inclusive Sans" panose="020B0604020202020204" charset="0"/>
                <a:cs typeface="Inclusive Sans" panose="020B0604020202020204" charset="0"/>
              </a:rPr>
              <a:t> </a:t>
            </a:r>
            <a:r>
              <a:rPr lang="en-US" sz="2000" dirty="0" err="1">
                <a:latin typeface="Inclusive Sans" panose="020B0604020202020204" charset="0"/>
                <a:cs typeface="Inclusive Sans" panose="020B0604020202020204" charset="0"/>
              </a:rPr>
              <a:t>calculează</a:t>
            </a:r>
            <a:r>
              <a:rPr lang="en-US" sz="2000" dirty="0">
                <a:latin typeface="Inclusive Sans" panose="020B0604020202020204" charset="0"/>
                <a:cs typeface="Inclusive Sans" panose="020B0604020202020204" charset="0"/>
              </a:rPr>
              <a:t> nota (ex: 9.75)</a:t>
            </a:r>
          </a:p>
          <a:p>
            <a:pPr algn="ctr"/>
            <a:endParaRPr lang="en-US" sz="2000" dirty="0">
              <a:latin typeface="Inclusive Sans" panose="020B0604020202020204" charset="0"/>
              <a:cs typeface="Inclusive Sans" panose="020B0604020202020204" charset="0"/>
            </a:endParaRPr>
          </a:p>
          <a:p>
            <a:pPr algn="ctr"/>
            <a:r>
              <a:rPr lang="ro-RO" sz="2000" dirty="0">
                <a:latin typeface="Inclusive Sans" panose="020B0604020202020204" charset="0"/>
                <a:cs typeface="Inclusive Sans" panose="020B0604020202020204" charset="0"/>
              </a:rPr>
              <a:t>De asemenea, salvează pe disc o imagine temporară cu pătratele desenate pe ea</a:t>
            </a:r>
          </a:p>
        </p:txBody>
      </p:sp>
      <p:sp>
        <p:nvSpPr>
          <p:cNvPr id="19" name="Titlu 7">
            <a:extLst>
              <a:ext uri="{FF2B5EF4-FFF2-40B4-BE49-F238E27FC236}">
                <a16:creationId xmlns:a16="http://schemas.microsoft.com/office/drawing/2014/main" id="{0B0AD3AD-F08E-BEC0-C094-C88F3B694A44}"/>
              </a:ext>
            </a:extLst>
          </p:cNvPr>
          <p:cNvSpPr txBox="1">
            <a:spLocks/>
          </p:cNvSpPr>
          <p:nvPr/>
        </p:nvSpPr>
        <p:spPr>
          <a:xfrm>
            <a:off x="12873618" y="4011228"/>
            <a:ext cx="2405770" cy="7411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9F6FF"/>
              </a:buClr>
              <a:buSzPts val="10000"/>
              <a:buFont typeface="Merriweather Sans"/>
              <a:buNone/>
              <a:defRPr sz="10000" b="0" i="0" u="none" strike="noStrike" cap="none">
                <a:solidFill>
                  <a:srgbClr val="F9F6FF"/>
                </a:solidFill>
                <a:latin typeface="Merriweather Sans"/>
                <a:ea typeface="Merriweather Sans"/>
                <a:cs typeface="Merriweather Sans"/>
                <a:sym typeface="Merriweather Sans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9F6FF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F9F6FF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9F6FF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F9F6FF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9F6FF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F9F6FF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9F6FF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F9F6FF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9F6FF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F9F6FF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9F6FF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F9F6FF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9F6FF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F9F6FF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9F6FF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F9F6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ro-RO" sz="4000" dirty="0"/>
              <a:t>Scanarea</a:t>
            </a:r>
          </a:p>
        </p:txBody>
      </p:sp>
      <p:sp>
        <p:nvSpPr>
          <p:cNvPr id="20" name="Săgeată: jos 19">
            <a:extLst>
              <a:ext uri="{FF2B5EF4-FFF2-40B4-BE49-F238E27FC236}">
                <a16:creationId xmlns:a16="http://schemas.microsoft.com/office/drawing/2014/main" id="{77AF0832-51DD-95A7-50F4-999BDFDAAB1B}"/>
              </a:ext>
            </a:extLst>
          </p:cNvPr>
          <p:cNvSpPr/>
          <p:nvPr/>
        </p:nvSpPr>
        <p:spPr>
          <a:xfrm>
            <a:off x="3154679" y="5645261"/>
            <a:ext cx="548640" cy="845820"/>
          </a:xfrm>
          <a:prstGeom prst="downArrow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o-RO">
              <a:solidFill>
                <a:schemeClr val="bg1"/>
              </a:solidFill>
            </a:endParaRPr>
          </a:p>
        </p:txBody>
      </p:sp>
      <p:sp>
        <p:nvSpPr>
          <p:cNvPr id="21" name="Săgeată: jos 20">
            <a:extLst>
              <a:ext uri="{FF2B5EF4-FFF2-40B4-BE49-F238E27FC236}">
                <a16:creationId xmlns:a16="http://schemas.microsoft.com/office/drawing/2014/main" id="{FFD2217F-59B3-6E1D-A8AA-32353EFA996E}"/>
              </a:ext>
            </a:extLst>
          </p:cNvPr>
          <p:cNvSpPr/>
          <p:nvPr/>
        </p:nvSpPr>
        <p:spPr>
          <a:xfrm>
            <a:off x="8090350" y="6385304"/>
            <a:ext cx="1238128" cy="1448033"/>
          </a:xfrm>
          <a:prstGeom prst="downArrow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o-RO"/>
          </a:p>
        </p:txBody>
      </p:sp>
      <p:sp>
        <p:nvSpPr>
          <p:cNvPr id="24" name="Săgeată: jos 23">
            <a:extLst>
              <a:ext uri="{FF2B5EF4-FFF2-40B4-BE49-F238E27FC236}">
                <a16:creationId xmlns:a16="http://schemas.microsoft.com/office/drawing/2014/main" id="{A022D360-BFA1-53A4-E727-8EF531D8D9A6}"/>
              </a:ext>
            </a:extLst>
          </p:cNvPr>
          <p:cNvSpPr/>
          <p:nvPr/>
        </p:nvSpPr>
        <p:spPr>
          <a:xfrm>
            <a:off x="13878250" y="6260025"/>
            <a:ext cx="396506" cy="358550"/>
          </a:xfrm>
          <a:prstGeom prst="downArrow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o-RO">
              <a:solidFill>
                <a:schemeClr val="bg1"/>
              </a:solidFill>
            </a:endParaRPr>
          </a:p>
        </p:txBody>
      </p:sp>
      <p:sp>
        <p:nvSpPr>
          <p:cNvPr id="25" name="Săgeată: jos 24">
            <a:extLst>
              <a:ext uri="{FF2B5EF4-FFF2-40B4-BE49-F238E27FC236}">
                <a16:creationId xmlns:a16="http://schemas.microsoft.com/office/drawing/2014/main" id="{D64BF51C-12FD-AAEE-9679-6C0A7704592E}"/>
              </a:ext>
            </a:extLst>
          </p:cNvPr>
          <p:cNvSpPr/>
          <p:nvPr/>
        </p:nvSpPr>
        <p:spPr>
          <a:xfrm>
            <a:off x="13878250" y="7324248"/>
            <a:ext cx="396506" cy="358550"/>
          </a:xfrm>
          <a:prstGeom prst="downArrow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o-RO">
              <a:solidFill>
                <a:schemeClr val="bg1"/>
              </a:solidFill>
            </a:endParaRPr>
          </a:p>
        </p:txBody>
      </p:sp>
      <p:sp>
        <p:nvSpPr>
          <p:cNvPr id="26" name="Săgeată: jos 25">
            <a:extLst>
              <a:ext uri="{FF2B5EF4-FFF2-40B4-BE49-F238E27FC236}">
                <a16:creationId xmlns:a16="http://schemas.microsoft.com/office/drawing/2014/main" id="{946CECF6-0835-376B-0936-B19F8E949DB2}"/>
              </a:ext>
            </a:extLst>
          </p:cNvPr>
          <p:cNvSpPr/>
          <p:nvPr/>
        </p:nvSpPr>
        <p:spPr>
          <a:xfrm>
            <a:off x="13878250" y="5387244"/>
            <a:ext cx="396506" cy="358550"/>
          </a:xfrm>
          <a:prstGeom prst="downArrow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o-RO" dirty="0">
              <a:solidFill>
                <a:schemeClr val="bg1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2000">
        <p15:prstTrans prst="fracture"/>
      </p:transition>
    </mc:Choice>
    <mc:Fallback xmlns=""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0D39"/>
        </a:solidFill>
        <a:effectLst/>
      </p:bgPr>
    </p:bg>
    <p:spTree>
      <p:nvGrpSpPr>
        <p:cNvPr id="1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p21"/>
          <p:cNvSpPr txBox="1"/>
          <p:nvPr/>
        </p:nvSpPr>
        <p:spPr>
          <a:xfrm>
            <a:off x="420052" y="5254006"/>
            <a:ext cx="3386483" cy="5539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b="1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Trimiterea</a:t>
            </a:r>
            <a:r>
              <a:rPr lang="en-US" sz="3000" b="1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 </a:t>
            </a:r>
            <a:r>
              <a:rPr lang="en-US" sz="3000" b="1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Notei</a:t>
            </a:r>
            <a:r>
              <a:rPr lang="en-US" sz="3000" b="1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 </a:t>
            </a:r>
            <a:endParaRPr dirty="0"/>
          </a:p>
        </p:txBody>
      </p:sp>
      <p:sp>
        <p:nvSpPr>
          <p:cNvPr id="294" name="Google Shape;294;p21"/>
          <p:cNvSpPr txBox="1"/>
          <p:nvPr/>
        </p:nvSpPr>
        <p:spPr>
          <a:xfrm>
            <a:off x="420053" y="6558931"/>
            <a:ext cx="5120640" cy="12926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Worker-</a:t>
            </a:r>
            <a:r>
              <a:rPr lang="en-US" sz="2000" b="0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ul</a:t>
            </a:r>
            <a:r>
              <a:rPr lang="en-US" sz="2000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 </a:t>
            </a:r>
            <a:r>
              <a:rPr lang="en-US" sz="2000" b="0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trimite</a:t>
            </a:r>
            <a:r>
              <a:rPr lang="en-US" sz="2000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 un buffer fix de 256 de </a:t>
            </a:r>
            <a:r>
              <a:rPr lang="en-US" sz="2000" b="0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octeți</a:t>
            </a:r>
            <a:r>
              <a:rPr lang="en-US" sz="2000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 text cu </a:t>
            </a:r>
            <a:r>
              <a:rPr lang="en-US" sz="2000" b="0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mesajul</a:t>
            </a:r>
            <a:r>
              <a:rPr lang="en-US" sz="2000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: "</a:t>
            </a:r>
            <a:r>
              <a:rPr lang="en-US" sz="2000" b="0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Succes</a:t>
            </a:r>
            <a:r>
              <a:rPr lang="en-US" sz="2000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! Nota </a:t>
            </a:r>
            <a:r>
              <a:rPr lang="en-US" sz="2000" b="0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acordată</a:t>
            </a:r>
            <a:r>
              <a:rPr lang="en-US" sz="2000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: 9.75/10"</a:t>
            </a:r>
            <a:endParaRPr lang="en-US" sz="2000" dirty="0"/>
          </a:p>
        </p:txBody>
      </p:sp>
      <p:cxnSp>
        <p:nvCxnSpPr>
          <p:cNvPr id="297" name="Google Shape;297;p21"/>
          <p:cNvCxnSpPr/>
          <p:nvPr/>
        </p:nvCxnSpPr>
        <p:spPr>
          <a:xfrm>
            <a:off x="340312" y="6143178"/>
            <a:ext cx="17607376" cy="0"/>
          </a:xfrm>
          <a:prstGeom prst="straightConnector1">
            <a:avLst/>
          </a:prstGeom>
          <a:noFill/>
          <a:ln w="19050" cap="flat" cmpd="sng">
            <a:solidFill>
              <a:srgbClr val="A477FF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298" name="Google Shape;298;p21"/>
          <p:cNvSpPr/>
          <p:nvPr/>
        </p:nvSpPr>
        <p:spPr>
          <a:xfrm>
            <a:off x="705803" y="5986597"/>
            <a:ext cx="323850" cy="323850"/>
          </a:xfrm>
          <a:custGeom>
            <a:avLst/>
            <a:gdLst/>
            <a:ahLst/>
            <a:cxnLst/>
            <a:rect l="l" t="t" r="r" b="b"/>
            <a:pathLst>
              <a:path w="6350000" h="6350000" extrusionOk="0">
                <a:moveTo>
                  <a:pt x="3175000" y="0"/>
                </a:moveTo>
                <a:cubicBezTo>
                  <a:pt x="1421496" y="0"/>
                  <a:pt x="0" y="1421496"/>
                  <a:pt x="0" y="3175000"/>
                </a:cubicBezTo>
                <a:cubicBezTo>
                  <a:pt x="0" y="4928504"/>
                  <a:pt x="1421496" y="6350000"/>
                  <a:pt x="3175000" y="6350000"/>
                </a:cubicBezTo>
                <a:cubicBezTo>
                  <a:pt x="4928504" y="6350000"/>
                  <a:pt x="6350000" y="4928504"/>
                  <a:pt x="6350000" y="3175000"/>
                </a:cubicBezTo>
                <a:cubicBezTo>
                  <a:pt x="6350000" y="1421496"/>
                  <a:pt x="4928504" y="0"/>
                  <a:pt x="3175000" y="0"/>
                </a:cubicBezTo>
                <a:close/>
              </a:path>
            </a:pathLst>
          </a:custGeom>
          <a:solidFill>
            <a:srgbClr val="A477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00" name="Google Shape;300;p21"/>
          <p:cNvSpPr/>
          <p:nvPr/>
        </p:nvSpPr>
        <p:spPr>
          <a:xfrm>
            <a:off x="6702462" y="6013206"/>
            <a:ext cx="329011" cy="323850"/>
          </a:xfrm>
          <a:custGeom>
            <a:avLst/>
            <a:gdLst/>
            <a:ahLst/>
            <a:cxnLst/>
            <a:rect l="l" t="t" r="r" b="b"/>
            <a:pathLst>
              <a:path w="6451193" h="6350000" extrusionOk="0">
                <a:moveTo>
                  <a:pt x="3225597" y="0"/>
                </a:moveTo>
                <a:cubicBezTo>
                  <a:pt x="1444149" y="0"/>
                  <a:pt x="0" y="1421496"/>
                  <a:pt x="0" y="3175000"/>
                </a:cubicBezTo>
                <a:cubicBezTo>
                  <a:pt x="0" y="4928504"/>
                  <a:pt x="1444149" y="6350000"/>
                  <a:pt x="3225597" y="6350000"/>
                </a:cubicBezTo>
                <a:cubicBezTo>
                  <a:pt x="5007044" y="6350000"/>
                  <a:pt x="6451193" y="4928504"/>
                  <a:pt x="6451193" y="3175000"/>
                </a:cubicBezTo>
                <a:cubicBezTo>
                  <a:pt x="6451193" y="1421496"/>
                  <a:pt x="5007044" y="0"/>
                  <a:pt x="3225597" y="0"/>
                </a:cubicBezTo>
                <a:close/>
              </a:path>
            </a:pathLst>
          </a:custGeom>
          <a:solidFill>
            <a:srgbClr val="A477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01" name="Google Shape;301;p21"/>
          <p:cNvSpPr/>
          <p:nvPr/>
        </p:nvSpPr>
        <p:spPr>
          <a:xfrm>
            <a:off x="13239393" y="5986597"/>
            <a:ext cx="329011" cy="323850"/>
          </a:xfrm>
          <a:custGeom>
            <a:avLst/>
            <a:gdLst/>
            <a:ahLst/>
            <a:cxnLst/>
            <a:rect l="l" t="t" r="r" b="b"/>
            <a:pathLst>
              <a:path w="6451193" h="6350000" extrusionOk="0">
                <a:moveTo>
                  <a:pt x="3225597" y="0"/>
                </a:moveTo>
                <a:cubicBezTo>
                  <a:pt x="1444149" y="0"/>
                  <a:pt x="0" y="1421496"/>
                  <a:pt x="0" y="3175000"/>
                </a:cubicBezTo>
                <a:cubicBezTo>
                  <a:pt x="0" y="4928504"/>
                  <a:pt x="1444149" y="6350000"/>
                  <a:pt x="3225597" y="6350000"/>
                </a:cubicBezTo>
                <a:cubicBezTo>
                  <a:pt x="5007044" y="6350000"/>
                  <a:pt x="6451193" y="4928504"/>
                  <a:pt x="6451193" y="3175000"/>
                </a:cubicBezTo>
                <a:cubicBezTo>
                  <a:pt x="6451193" y="1421496"/>
                  <a:pt x="5007044" y="0"/>
                  <a:pt x="3225597" y="0"/>
                </a:cubicBezTo>
                <a:close/>
              </a:path>
            </a:pathLst>
          </a:custGeom>
          <a:solidFill>
            <a:srgbClr val="A477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02" name="Google Shape;302;p21"/>
          <p:cNvSpPr txBox="1"/>
          <p:nvPr/>
        </p:nvSpPr>
        <p:spPr>
          <a:xfrm>
            <a:off x="6410499" y="5184116"/>
            <a:ext cx="3508292" cy="5539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b="1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Trimiterea</a:t>
            </a:r>
            <a:r>
              <a:rPr lang="en-US" sz="3000" b="1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 </a:t>
            </a:r>
            <a:r>
              <a:rPr lang="en-US" sz="3000" b="1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Dovezii</a:t>
            </a:r>
            <a:endParaRPr lang="en-US" dirty="0"/>
          </a:p>
        </p:txBody>
      </p:sp>
      <p:sp>
        <p:nvSpPr>
          <p:cNvPr id="303" name="Google Shape;303;p21"/>
          <p:cNvSpPr txBox="1"/>
          <p:nvPr/>
        </p:nvSpPr>
        <p:spPr>
          <a:xfrm>
            <a:off x="6567491" y="6525588"/>
            <a:ext cx="5663562" cy="21544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0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Imediat</a:t>
            </a:r>
            <a:r>
              <a:rPr lang="en-US" sz="2000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 </a:t>
            </a:r>
            <a:r>
              <a:rPr lang="en-US" sz="2000" b="0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după</a:t>
            </a:r>
            <a:r>
              <a:rPr lang="en-US" sz="2000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, Worker-</a:t>
            </a:r>
            <a:r>
              <a:rPr lang="en-US" sz="2000" b="0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ul</a:t>
            </a:r>
            <a:r>
              <a:rPr lang="en-US" sz="2000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 </a:t>
            </a:r>
            <a:r>
              <a:rPr lang="en-US" sz="2000" b="0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trimite</a:t>
            </a:r>
            <a:r>
              <a:rPr lang="en-US" sz="2000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 </a:t>
            </a:r>
            <a:r>
              <a:rPr lang="en-US" sz="2000" b="0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dimensiunea</a:t>
            </a:r>
            <a:r>
              <a:rPr lang="en-US" sz="2000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 </a:t>
            </a:r>
            <a:r>
              <a:rPr lang="en-US" sz="2000" b="0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imaginii</a:t>
            </a:r>
            <a:r>
              <a:rPr lang="en-US" sz="2000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 </a:t>
            </a:r>
            <a:r>
              <a:rPr lang="en-US" sz="2000" b="0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corectate</a:t>
            </a:r>
            <a:r>
              <a:rPr lang="en-US" sz="2000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 (4 </a:t>
            </a:r>
            <a:r>
              <a:rPr lang="en-US" sz="2000" b="0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octeți</a:t>
            </a:r>
            <a:r>
              <a:rPr lang="en-US" sz="2000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), </a:t>
            </a:r>
            <a:r>
              <a:rPr lang="en-US" sz="2000" b="0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urmată</a:t>
            </a:r>
            <a:r>
              <a:rPr lang="en-US" sz="2000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 de </a:t>
            </a:r>
            <a:r>
              <a:rPr lang="en-US" sz="2000" b="0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fluxul</a:t>
            </a:r>
            <a:r>
              <a:rPr lang="en-US" sz="2000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 </a:t>
            </a:r>
            <a:r>
              <a:rPr lang="en-US" sz="2000" b="0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binar</a:t>
            </a:r>
            <a:r>
              <a:rPr lang="en-US" sz="2000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 al </a:t>
            </a:r>
            <a:r>
              <a:rPr lang="en-US" sz="2000" b="0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pozei</a:t>
            </a:r>
            <a:r>
              <a:rPr lang="en-US" sz="2000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 (.</a:t>
            </a:r>
            <a:r>
              <a:rPr lang="en-US" sz="2000" b="0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png-ul</a:t>
            </a:r>
            <a:r>
              <a:rPr lang="en-US" sz="2000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 </a:t>
            </a:r>
            <a:r>
              <a:rPr lang="en-US" sz="2000" b="0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modificat</a:t>
            </a:r>
            <a:r>
              <a:rPr lang="en-US" sz="2000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). </a:t>
            </a:r>
            <a:r>
              <a:rPr lang="en-US" sz="2000" b="0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După</a:t>
            </a:r>
            <a:r>
              <a:rPr lang="en-US" sz="2000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 </a:t>
            </a:r>
            <a:r>
              <a:rPr lang="en-US" sz="2000" b="0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trimitere</a:t>
            </a:r>
            <a:r>
              <a:rPr lang="en-US" sz="2000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, </a:t>
            </a:r>
            <a:r>
              <a:rPr lang="en-US" sz="2000" b="0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serverul</a:t>
            </a:r>
            <a:r>
              <a:rPr lang="en-US" sz="2000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 </a:t>
            </a:r>
            <a:r>
              <a:rPr lang="en-US" sz="2000" b="0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șterge</a:t>
            </a:r>
            <a:r>
              <a:rPr lang="en-US" sz="2000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 </a:t>
            </a:r>
            <a:r>
              <a:rPr lang="en-US" sz="2000" b="0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poza</a:t>
            </a:r>
            <a:r>
              <a:rPr lang="en-US" sz="2000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 de la </a:t>
            </a:r>
            <a:r>
              <a:rPr lang="en-US" sz="2000" b="0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el</a:t>
            </a:r>
            <a:r>
              <a:rPr lang="en-US" sz="2000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 de pe disc.</a:t>
            </a:r>
            <a:endParaRPr lang="en-US" sz="2000" dirty="0"/>
          </a:p>
        </p:txBody>
      </p:sp>
      <p:sp>
        <p:nvSpPr>
          <p:cNvPr id="304" name="Google Shape;304;p21"/>
          <p:cNvSpPr txBox="1"/>
          <p:nvPr/>
        </p:nvSpPr>
        <p:spPr>
          <a:xfrm>
            <a:off x="12969631" y="5254006"/>
            <a:ext cx="2941744" cy="5539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b="1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Finalul</a:t>
            </a:r>
            <a:endParaRPr lang="en-US" dirty="0"/>
          </a:p>
        </p:txBody>
      </p:sp>
      <p:sp>
        <p:nvSpPr>
          <p:cNvPr id="305" name="Google Shape;305;p21"/>
          <p:cNvSpPr txBox="1"/>
          <p:nvPr/>
        </p:nvSpPr>
        <p:spPr>
          <a:xfrm>
            <a:off x="12945818" y="6558931"/>
            <a:ext cx="5235502" cy="17235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0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Clientul</a:t>
            </a:r>
            <a:r>
              <a:rPr lang="en-US" sz="2000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 </a:t>
            </a:r>
            <a:r>
              <a:rPr lang="en-US" sz="2000" b="0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printează</a:t>
            </a:r>
            <a:r>
              <a:rPr lang="en-US" sz="2000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 nota </a:t>
            </a:r>
            <a:r>
              <a:rPr lang="en-US" sz="2000" b="0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în</a:t>
            </a:r>
            <a:r>
              <a:rPr lang="en-US" sz="2000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 </a:t>
            </a:r>
            <a:r>
              <a:rPr lang="en-US" sz="2000" b="0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consolă</a:t>
            </a:r>
            <a:r>
              <a:rPr lang="en-US" sz="2000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, </a:t>
            </a:r>
            <a:r>
              <a:rPr lang="en-US" sz="2000" b="0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primește</a:t>
            </a:r>
            <a:r>
              <a:rPr lang="en-US" sz="2000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 </a:t>
            </a:r>
            <a:r>
              <a:rPr lang="en-US" sz="2000" b="0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fluxul</a:t>
            </a:r>
            <a:r>
              <a:rPr lang="en-US" sz="2000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 </a:t>
            </a:r>
            <a:r>
              <a:rPr lang="en-US" sz="2000" b="0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binar</a:t>
            </a:r>
            <a:r>
              <a:rPr lang="en-US" sz="2000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 </a:t>
            </a:r>
            <a:r>
              <a:rPr lang="en-US" sz="2000" b="0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și</a:t>
            </a:r>
            <a:r>
              <a:rPr lang="en-US" sz="2000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 </a:t>
            </a:r>
            <a:r>
              <a:rPr lang="en-US" sz="2000" b="0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salvează</a:t>
            </a:r>
            <a:r>
              <a:rPr lang="en-US" sz="2000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 </a:t>
            </a:r>
            <a:r>
              <a:rPr lang="en-US" sz="2000" b="0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poza</a:t>
            </a:r>
            <a:r>
              <a:rPr lang="en-US" sz="2000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 cu </a:t>
            </a:r>
            <a:r>
              <a:rPr lang="en-US" sz="2000" b="0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numele</a:t>
            </a:r>
            <a:r>
              <a:rPr lang="en-US" sz="2000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 </a:t>
            </a:r>
            <a:r>
              <a:rPr lang="en-US" sz="2000" b="0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introdus</a:t>
            </a:r>
            <a:r>
              <a:rPr lang="en-US" sz="2000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 de client. </a:t>
            </a:r>
            <a:r>
              <a:rPr lang="en-US" sz="2000" b="0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Apoi</a:t>
            </a:r>
            <a:r>
              <a:rPr lang="en-US" sz="2000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 </a:t>
            </a:r>
            <a:r>
              <a:rPr lang="en-US" sz="2000" b="0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conexiunea</a:t>
            </a:r>
            <a:r>
              <a:rPr lang="en-US" sz="2000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 se </a:t>
            </a:r>
            <a:r>
              <a:rPr lang="en-US" sz="2000" b="0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închide</a:t>
            </a:r>
            <a:r>
              <a:rPr lang="en-US" sz="2000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 </a:t>
            </a:r>
            <a:r>
              <a:rPr lang="en-US" sz="2000" b="0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curat</a:t>
            </a:r>
            <a:r>
              <a:rPr lang="en-US" sz="2000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.</a:t>
            </a:r>
            <a:endParaRPr lang="en-US" sz="2000" dirty="0"/>
          </a:p>
        </p:txBody>
      </p:sp>
      <p:grpSp>
        <p:nvGrpSpPr>
          <p:cNvPr id="306" name="Google Shape;306;p21"/>
          <p:cNvGrpSpPr/>
          <p:nvPr/>
        </p:nvGrpSpPr>
        <p:grpSpPr>
          <a:xfrm>
            <a:off x="381000" y="903785"/>
            <a:ext cx="12564818" cy="1795378"/>
            <a:chOff x="0" y="0"/>
            <a:chExt cx="16753091" cy="2393837"/>
          </a:xfrm>
        </p:grpSpPr>
        <p:sp>
          <p:nvSpPr>
            <p:cNvPr id="307" name="Google Shape;307;p21"/>
            <p:cNvSpPr txBox="1"/>
            <p:nvPr/>
          </p:nvSpPr>
          <p:spPr>
            <a:xfrm>
              <a:off x="0" y="0"/>
              <a:ext cx="16753091" cy="157564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marR="0" lvl="0" indent="0" algn="l" rtl="0">
                <a:lnSpc>
                  <a:spcPct val="120003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6399" b="0" i="0" u="none" strike="noStrike" cap="none" dirty="0">
                  <a:solidFill>
                    <a:srgbClr val="A477FF"/>
                  </a:solidFill>
                  <a:latin typeface="Merriweather Sans Light"/>
                  <a:ea typeface="Merriweather Sans Light"/>
                  <a:cs typeface="Merriweather Sans Light"/>
                  <a:sym typeface="Merriweather Sans Light"/>
                </a:rPr>
                <a:t>Workflow-</a:t>
              </a:r>
              <a:r>
                <a:rPr lang="en-US" sz="6399" b="0" i="0" u="none" strike="noStrike" cap="none" dirty="0" err="1">
                  <a:solidFill>
                    <a:srgbClr val="A477FF"/>
                  </a:solidFill>
                  <a:latin typeface="Merriweather Sans Light"/>
                  <a:ea typeface="Merriweather Sans Light"/>
                  <a:cs typeface="Merriweather Sans Light"/>
                  <a:sym typeface="Merriweather Sans Light"/>
                </a:rPr>
                <a:t>ul</a:t>
              </a:r>
              <a:r>
                <a:rPr lang="en-US" sz="6399" b="0" i="0" u="none" strike="noStrike" cap="none" dirty="0">
                  <a:solidFill>
                    <a:srgbClr val="A477FF"/>
                  </a:solidFill>
                  <a:latin typeface="Merriweather Sans Light"/>
                  <a:ea typeface="Merriweather Sans Light"/>
                  <a:cs typeface="Merriweather Sans Light"/>
                  <a:sym typeface="Merriweather Sans Light"/>
                </a:rPr>
                <a:t> </a:t>
              </a:r>
              <a:r>
                <a:rPr lang="en-US" sz="6399" b="0" i="0" u="none" strike="noStrike" cap="none" dirty="0" err="1">
                  <a:solidFill>
                    <a:srgbClr val="A477FF"/>
                  </a:solidFill>
                  <a:latin typeface="Merriweather Sans Light"/>
                  <a:ea typeface="Merriweather Sans Light"/>
                  <a:cs typeface="Merriweather Sans Light"/>
                  <a:sym typeface="Merriweather Sans Light"/>
                </a:rPr>
                <a:t>Aplicației</a:t>
              </a:r>
              <a:r>
                <a:rPr lang="en-US" sz="6399" b="0" i="0" u="none" strike="noStrike" cap="none" dirty="0">
                  <a:solidFill>
                    <a:srgbClr val="A477FF"/>
                  </a:solidFill>
                  <a:latin typeface="Merriweather Sans Light"/>
                  <a:ea typeface="Merriweather Sans Light"/>
                  <a:cs typeface="Merriweather Sans Light"/>
                  <a:sym typeface="Merriweather Sans Light"/>
                </a:rPr>
                <a:t> – Pasul 3</a:t>
              </a:r>
              <a:endParaRPr lang="en-US" dirty="0"/>
            </a:p>
          </p:txBody>
        </p:sp>
        <p:sp>
          <p:nvSpPr>
            <p:cNvPr id="308" name="Google Shape;308;p21"/>
            <p:cNvSpPr txBox="1"/>
            <p:nvPr/>
          </p:nvSpPr>
          <p:spPr>
            <a:xfrm>
              <a:off x="0" y="1532318"/>
              <a:ext cx="16753091" cy="86151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marR="0" lvl="0" indent="0" algn="l" rtl="0">
                <a:lnSpc>
                  <a:spcPct val="140013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999" b="0" i="0" u="none" strike="noStrike" cap="none" dirty="0">
                  <a:solidFill>
                    <a:srgbClr val="F9F6FF"/>
                  </a:solidFill>
                  <a:latin typeface="Inclusive Sans"/>
                  <a:ea typeface="Inclusive Sans"/>
                  <a:cs typeface="Inclusive Sans"/>
                  <a:sym typeface="Inclusive Sans"/>
                </a:rPr>
                <a:t>Cum </a:t>
              </a:r>
              <a:r>
                <a:rPr lang="en-US" sz="2999" b="0" i="0" u="none" strike="noStrike" cap="none" dirty="0" err="1">
                  <a:solidFill>
                    <a:srgbClr val="F9F6FF"/>
                  </a:solidFill>
                  <a:latin typeface="Inclusive Sans"/>
                  <a:ea typeface="Inclusive Sans"/>
                  <a:cs typeface="Inclusive Sans"/>
                  <a:sym typeface="Inclusive Sans"/>
                </a:rPr>
                <a:t>primește</a:t>
              </a:r>
              <a:r>
                <a:rPr lang="en-US" sz="2999" b="0" i="0" u="none" strike="noStrike" cap="none" dirty="0">
                  <a:solidFill>
                    <a:srgbClr val="F9F6FF"/>
                  </a:solidFill>
                  <a:latin typeface="Inclusive Sans"/>
                  <a:ea typeface="Inclusive Sans"/>
                  <a:cs typeface="Inclusive Sans"/>
                  <a:sym typeface="Inclusive Sans"/>
                </a:rPr>
                <a:t> </a:t>
              </a:r>
              <a:r>
                <a:rPr lang="en-US" sz="2999" b="0" i="0" u="none" strike="noStrike" cap="none" dirty="0" err="1">
                  <a:solidFill>
                    <a:srgbClr val="F9F6FF"/>
                  </a:solidFill>
                  <a:latin typeface="Inclusive Sans"/>
                  <a:ea typeface="Inclusive Sans"/>
                  <a:cs typeface="Inclusive Sans"/>
                  <a:sym typeface="Inclusive Sans"/>
                </a:rPr>
                <a:t>clientul</a:t>
              </a:r>
              <a:r>
                <a:rPr lang="en-US" sz="2999" b="0" i="0" u="none" strike="noStrike" cap="none" dirty="0">
                  <a:solidFill>
                    <a:srgbClr val="F9F6FF"/>
                  </a:solidFill>
                  <a:latin typeface="Inclusive Sans"/>
                  <a:ea typeface="Inclusive Sans"/>
                  <a:cs typeface="Inclusive Sans"/>
                  <a:sym typeface="Inclusive Sans"/>
                </a:rPr>
                <a:t> </a:t>
              </a:r>
              <a:r>
                <a:rPr lang="en-US" sz="2999" b="0" i="0" u="none" strike="noStrike" cap="none" dirty="0" err="1">
                  <a:solidFill>
                    <a:srgbClr val="F9F6FF"/>
                  </a:solidFill>
                  <a:latin typeface="Inclusive Sans"/>
                  <a:ea typeface="Inclusive Sans"/>
                  <a:cs typeface="Inclusive Sans"/>
                  <a:sym typeface="Inclusive Sans"/>
                </a:rPr>
                <a:t>rezultatul</a:t>
              </a:r>
              <a:r>
                <a:rPr lang="en-US" sz="2999" b="0" i="0" u="none" strike="noStrike" cap="none" dirty="0">
                  <a:solidFill>
                    <a:srgbClr val="F9F6FF"/>
                  </a:solidFill>
                  <a:latin typeface="Inclusive Sans"/>
                  <a:ea typeface="Inclusive Sans"/>
                  <a:cs typeface="Inclusive Sans"/>
                  <a:sym typeface="Inclusive Sans"/>
                </a:rPr>
                <a:t> </a:t>
              </a:r>
              <a:r>
                <a:rPr lang="en-US" sz="2999" b="0" i="0" u="none" strike="noStrike" cap="none" dirty="0" err="1">
                  <a:solidFill>
                    <a:srgbClr val="F9F6FF"/>
                  </a:solidFill>
                  <a:latin typeface="Inclusive Sans"/>
                  <a:ea typeface="Inclusive Sans"/>
                  <a:cs typeface="Inclusive Sans"/>
                  <a:sym typeface="Inclusive Sans"/>
                </a:rPr>
                <a:t>înapoi</a:t>
              </a:r>
              <a:endParaRPr lang="en-US" dirty="0"/>
            </a:p>
          </p:txBody>
        </p:sp>
      </p:grpSp>
      <p:sp>
        <p:nvSpPr>
          <p:cNvPr id="309" name="Google Shape;309;p21"/>
          <p:cNvSpPr txBox="1"/>
          <p:nvPr/>
        </p:nvSpPr>
        <p:spPr>
          <a:xfrm>
            <a:off x="381000" y="9614535"/>
            <a:ext cx="4314825" cy="2914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sng" strike="noStrike" cap="none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  <a:hlinkClick r:id="rId3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Back to overview page</a:t>
            </a:r>
            <a:endParaRPr/>
          </a:p>
        </p:txBody>
      </p:sp>
      <p:sp>
        <p:nvSpPr>
          <p:cNvPr id="310" name="Google Shape;310;p21"/>
          <p:cNvSpPr/>
          <p:nvPr/>
        </p:nvSpPr>
        <p:spPr>
          <a:xfrm rot="-5400000">
            <a:off x="14067231" y="-240322"/>
            <a:ext cx="4279549" cy="4279549"/>
          </a:xfrm>
          <a:custGeom>
            <a:avLst/>
            <a:gdLst/>
            <a:ahLst/>
            <a:cxnLst/>
            <a:rect l="l" t="t" r="r" b="b"/>
            <a:pathLst>
              <a:path w="4279549" h="4279549" extrusionOk="0">
                <a:moveTo>
                  <a:pt x="0" y="0"/>
                </a:moveTo>
                <a:lnTo>
                  <a:pt x="4279548" y="0"/>
                </a:lnTo>
                <a:lnTo>
                  <a:pt x="4279548" y="4279549"/>
                </a:lnTo>
                <a:lnTo>
                  <a:pt x="0" y="4279549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ro-RO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4000">
        <p14:vortex dir="r"/>
      </p:transition>
    </mc:Choice>
    <mc:Fallback xmlns=""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A477FF"/>
        </a:solidFill>
        <a:effectLst/>
      </p:bgPr>
    </p:bg>
    <p:spTree>
      <p:nvGrpSpPr>
        <p:cNvPr id="1" name="Shape 3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5" name="Google Shape;315;p22"/>
          <p:cNvSpPr/>
          <p:nvPr/>
        </p:nvSpPr>
        <p:spPr>
          <a:xfrm>
            <a:off x="-256086" y="-1188970"/>
            <a:ext cx="18800170" cy="12237202"/>
          </a:xfrm>
          <a:custGeom>
            <a:avLst/>
            <a:gdLst/>
            <a:ahLst/>
            <a:cxnLst/>
            <a:rect l="l" t="t" r="r" b="b"/>
            <a:pathLst>
              <a:path w="18800170" h="12237202" extrusionOk="0">
                <a:moveTo>
                  <a:pt x="0" y="0"/>
                </a:moveTo>
                <a:lnTo>
                  <a:pt x="18800170" y="0"/>
                </a:lnTo>
                <a:lnTo>
                  <a:pt x="18800170" y="12237202"/>
                </a:lnTo>
                <a:lnTo>
                  <a:pt x="0" y="12237202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ro-RO"/>
          </a:p>
        </p:txBody>
      </p:sp>
      <p:grpSp>
        <p:nvGrpSpPr>
          <p:cNvPr id="316" name="Google Shape;316;p22"/>
          <p:cNvGrpSpPr/>
          <p:nvPr/>
        </p:nvGrpSpPr>
        <p:grpSpPr>
          <a:xfrm>
            <a:off x="5442167" y="2643053"/>
            <a:ext cx="6608045" cy="6806522"/>
            <a:chOff x="0" y="-19050"/>
            <a:chExt cx="1740390" cy="1792664"/>
          </a:xfrm>
        </p:grpSpPr>
        <p:sp>
          <p:nvSpPr>
            <p:cNvPr id="317" name="Google Shape;317;p22"/>
            <p:cNvSpPr/>
            <p:nvPr/>
          </p:nvSpPr>
          <p:spPr>
            <a:xfrm>
              <a:off x="0" y="0"/>
              <a:ext cx="1740390" cy="1773614"/>
            </a:xfrm>
            <a:custGeom>
              <a:avLst/>
              <a:gdLst/>
              <a:ahLst/>
              <a:cxnLst/>
              <a:rect l="l" t="t" r="r" b="b"/>
              <a:pathLst>
                <a:path w="1740390" h="1773614" extrusionOk="0">
                  <a:moveTo>
                    <a:pt x="23432" y="0"/>
                  </a:moveTo>
                  <a:lnTo>
                    <a:pt x="1716959" y="0"/>
                  </a:lnTo>
                  <a:cubicBezTo>
                    <a:pt x="1723173" y="0"/>
                    <a:pt x="1729133" y="2469"/>
                    <a:pt x="1733528" y="6863"/>
                  </a:cubicBezTo>
                  <a:cubicBezTo>
                    <a:pt x="1737922" y="11257"/>
                    <a:pt x="1740390" y="17217"/>
                    <a:pt x="1740390" y="23432"/>
                  </a:cubicBezTo>
                  <a:lnTo>
                    <a:pt x="1740390" y="1750183"/>
                  </a:lnTo>
                  <a:cubicBezTo>
                    <a:pt x="1740390" y="1756397"/>
                    <a:pt x="1737922" y="1762357"/>
                    <a:pt x="1733528" y="1766751"/>
                  </a:cubicBezTo>
                  <a:cubicBezTo>
                    <a:pt x="1729133" y="1771146"/>
                    <a:pt x="1723173" y="1773614"/>
                    <a:pt x="1716959" y="1773614"/>
                  </a:cubicBezTo>
                  <a:lnTo>
                    <a:pt x="23432" y="1773614"/>
                  </a:lnTo>
                  <a:cubicBezTo>
                    <a:pt x="17217" y="1773614"/>
                    <a:pt x="11257" y="1771146"/>
                    <a:pt x="6863" y="1766751"/>
                  </a:cubicBezTo>
                  <a:cubicBezTo>
                    <a:pt x="2469" y="1762357"/>
                    <a:pt x="0" y="1756397"/>
                    <a:pt x="0" y="1750183"/>
                  </a:cubicBezTo>
                  <a:lnTo>
                    <a:pt x="0" y="23432"/>
                  </a:lnTo>
                  <a:cubicBezTo>
                    <a:pt x="0" y="17217"/>
                    <a:pt x="2469" y="11257"/>
                    <a:pt x="6863" y="6863"/>
                  </a:cubicBezTo>
                  <a:cubicBezTo>
                    <a:pt x="11257" y="2469"/>
                    <a:pt x="17217" y="0"/>
                    <a:pt x="23432" y="0"/>
                  </a:cubicBezTo>
                  <a:close/>
                </a:path>
              </a:pathLst>
            </a:custGeom>
            <a:solidFill>
              <a:srgbClr val="1B0D3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8" name="Google Shape;318;p22"/>
            <p:cNvSpPr txBox="1"/>
            <p:nvPr/>
          </p:nvSpPr>
          <p:spPr>
            <a:xfrm>
              <a:off x="0" y="-19050"/>
              <a:ext cx="1740390" cy="179266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3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22" name="Google Shape;322;p22"/>
          <p:cNvSpPr txBox="1"/>
          <p:nvPr/>
        </p:nvSpPr>
        <p:spPr>
          <a:xfrm>
            <a:off x="2380188" y="820324"/>
            <a:ext cx="13527624" cy="11817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2000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399" b="0" i="0" u="none" strike="noStrike" cap="none" dirty="0" err="1">
                <a:solidFill>
                  <a:srgbClr val="1B0D39"/>
                </a:solidFill>
                <a:latin typeface="Merriweather Sans Light"/>
                <a:ea typeface="Merriweather Sans Light"/>
                <a:cs typeface="Merriweather Sans Light"/>
                <a:sym typeface="Merriweather Sans Light"/>
              </a:rPr>
              <a:t>Panoul</a:t>
            </a:r>
            <a:r>
              <a:rPr lang="en-US" sz="6399" b="0" i="0" u="none" strike="noStrike" cap="none" dirty="0">
                <a:solidFill>
                  <a:srgbClr val="1B0D39"/>
                </a:solidFill>
                <a:latin typeface="Merriweather Sans Light"/>
                <a:ea typeface="Merriweather Sans Light"/>
                <a:cs typeface="Merriweather Sans Light"/>
                <a:sym typeface="Merriweather Sans Light"/>
              </a:rPr>
              <a:t> </a:t>
            </a:r>
            <a:r>
              <a:rPr lang="en-US" sz="6399" b="0" i="0" u="none" strike="noStrike" cap="none" dirty="0" err="1">
                <a:solidFill>
                  <a:srgbClr val="1B0D39"/>
                </a:solidFill>
                <a:latin typeface="Merriweather Sans Light"/>
                <a:ea typeface="Merriweather Sans Light"/>
                <a:cs typeface="Merriweather Sans Light"/>
                <a:sym typeface="Merriweather Sans Light"/>
              </a:rPr>
              <a:t>Administratorului</a:t>
            </a:r>
            <a:endParaRPr lang="en-US" dirty="0"/>
          </a:p>
        </p:txBody>
      </p:sp>
      <p:sp>
        <p:nvSpPr>
          <p:cNvPr id="324" name="Google Shape;324;p22"/>
          <p:cNvSpPr txBox="1"/>
          <p:nvPr/>
        </p:nvSpPr>
        <p:spPr>
          <a:xfrm>
            <a:off x="6022039" y="3557971"/>
            <a:ext cx="5448300" cy="39887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342900" marR="0" lvl="0" indent="-342900" algn="l" rtl="0">
              <a:lnSpc>
                <a:spcPct val="119958"/>
              </a:lnSpc>
              <a:spcBef>
                <a:spcPts val="0"/>
              </a:spcBef>
              <a:spcAft>
                <a:spcPts val="0"/>
              </a:spcAft>
              <a:buClr>
                <a:schemeClr val="bg1"/>
              </a:buClr>
              <a:buFont typeface="Wingdings" panose="05000000000000000000" pitchFamily="2" charset="2"/>
              <a:buChar char="Ø"/>
            </a:pPr>
            <a:r>
              <a:rPr lang="en-US" sz="2400" b="1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Adminul</a:t>
            </a:r>
            <a:r>
              <a:rPr lang="en-US" sz="2400" b="1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 </a:t>
            </a:r>
            <a:r>
              <a:rPr lang="en-US" sz="2400" b="1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foloseste</a:t>
            </a:r>
            <a:r>
              <a:rPr lang="en-US" sz="2400" b="1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 un Socket UNIX </a:t>
            </a:r>
            <a:r>
              <a:rPr lang="en-US" sz="2400" b="1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pentru</a:t>
            </a:r>
            <a:r>
              <a:rPr lang="en-US" sz="2400" b="1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 Securitate</a:t>
            </a:r>
          </a:p>
          <a:p>
            <a:pPr marL="342900" marR="0" lvl="0" indent="-342900" algn="l" rtl="0">
              <a:lnSpc>
                <a:spcPct val="119958"/>
              </a:lnSpc>
              <a:spcBef>
                <a:spcPts val="0"/>
              </a:spcBef>
              <a:spcAft>
                <a:spcPts val="0"/>
              </a:spcAft>
              <a:buClr>
                <a:schemeClr val="bg1"/>
              </a:buClr>
              <a:buFont typeface="Wingdings" panose="05000000000000000000" pitchFamily="2" charset="2"/>
              <a:buChar char="Ø"/>
            </a:pPr>
            <a:endParaRPr lang="en-US" sz="2400" b="1" i="0" u="none" strike="noStrike" cap="none" dirty="0">
              <a:solidFill>
                <a:srgbClr val="F9F6FF"/>
              </a:solidFill>
              <a:latin typeface="Inclusive Sans"/>
              <a:ea typeface="Inclusive Sans"/>
              <a:cs typeface="Inclusive Sans"/>
              <a:sym typeface="Inclusive Sans"/>
            </a:endParaRPr>
          </a:p>
          <a:p>
            <a:pPr marL="342900" marR="0" lvl="0" indent="-342900" algn="l" rtl="0">
              <a:lnSpc>
                <a:spcPct val="119958"/>
              </a:lnSpc>
              <a:spcBef>
                <a:spcPts val="0"/>
              </a:spcBef>
              <a:spcAft>
                <a:spcPts val="0"/>
              </a:spcAft>
              <a:buClr>
                <a:schemeClr val="bg1"/>
              </a:buClr>
              <a:buFont typeface="Wingdings" panose="05000000000000000000" pitchFamily="2" charset="2"/>
              <a:buChar char="Ø"/>
            </a:pPr>
            <a:r>
              <a:rPr lang="en-US" sz="2400" b="1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Control 1:1 </a:t>
            </a:r>
            <a:r>
              <a:rPr lang="en-US" sz="2400" b="1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pentru</a:t>
            </a:r>
            <a:r>
              <a:rPr lang="en-US" sz="2400" b="1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 a </a:t>
            </a:r>
            <a:r>
              <a:rPr lang="en-US" sz="2400" b="1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avea</a:t>
            </a:r>
            <a:r>
              <a:rPr lang="en-US" sz="2400" b="1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 </a:t>
            </a:r>
            <a:r>
              <a:rPr lang="en-US" sz="2400" b="1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doar</a:t>
            </a:r>
            <a:r>
              <a:rPr lang="en-US" sz="2400" b="1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 un admin active in acelasi </a:t>
            </a:r>
            <a:r>
              <a:rPr lang="en-US" sz="2400" b="1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timp</a:t>
            </a:r>
            <a:endParaRPr lang="en-US" sz="2400" b="1" dirty="0">
              <a:solidFill>
                <a:srgbClr val="F9F6FF"/>
              </a:solidFill>
              <a:latin typeface="Inclusive Sans"/>
              <a:ea typeface="Inclusive Sans"/>
              <a:cs typeface="Inclusive Sans"/>
              <a:sym typeface="Inclusive Sans"/>
            </a:endParaRPr>
          </a:p>
          <a:p>
            <a:pPr marL="342900" marR="0" lvl="0" indent="-342900" algn="l" rtl="0">
              <a:lnSpc>
                <a:spcPct val="119958"/>
              </a:lnSpc>
              <a:spcBef>
                <a:spcPts val="0"/>
              </a:spcBef>
              <a:spcAft>
                <a:spcPts val="0"/>
              </a:spcAft>
              <a:buClr>
                <a:schemeClr val="bg1"/>
              </a:buClr>
              <a:buFont typeface="Wingdings" panose="05000000000000000000" pitchFamily="2" charset="2"/>
              <a:buChar char="Ø"/>
            </a:pPr>
            <a:endParaRPr lang="en-US" sz="2400" b="1" i="0" u="none" strike="noStrike" cap="none" dirty="0">
              <a:solidFill>
                <a:srgbClr val="F9F6FF"/>
              </a:solidFill>
              <a:latin typeface="Inclusive Sans"/>
              <a:ea typeface="Inclusive Sans"/>
              <a:cs typeface="Inclusive Sans"/>
              <a:sym typeface="Inclusive Sans"/>
            </a:endParaRPr>
          </a:p>
          <a:p>
            <a:pPr marL="342900" marR="0" lvl="0" indent="-342900" algn="l" rtl="0">
              <a:lnSpc>
                <a:spcPct val="119958"/>
              </a:lnSpc>
              <a:spcBef>
                <a:spcPts val="0"/>
              </a:spcBef>
              <a:spcAft>
                <a:spcPts val="0"/>
              </a:spcAft>
              <a:buClr>
                <a:schemeClr val="bg1"/>
              </a:buClr>
              <a:buFont typeface="Wingdings" panose="05000000000000000000" pitchFamily="2" charset="2"/>
              <a:buChar char="Ø"/>
            </a:pPr>
            <a:r>
              <a:rPr lang="en-US" sz="2400" b="1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Mecanism</a:t>
            </a:r>
            <a:r>
              <a:rPr lang="en-US" sz="2400" b="1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 de Timeout </a:t>
            </a:r>
            <a:r>
              <a:rPr lang="en-US" sz="2400" b="1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daca</a:t>
            </a:r>
            <a:r>
              <a:rPr lang="en-US" sz="2400" b="1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 </a:t>
            </a:r>
            <a:r>
              <a:rPr lang="en-US" sz="2400" b="1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administratorul</a:t>
            </a:r>
            <a:r>
              <a:rPr lang="en-US" sz="2400" b="1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 </a:t>
            </a:r>
            <a:r>
              <a:rPr lang="en-US" sz="2400" b="1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este</a:t>
            </a:r>
            <a:r>
              <a:rPr lang="en-US" sz="2400" b="1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 inactive </a:t>
            </a:r>
            <a:r>
              <a:rPr lang="en-US" sz="2400" b="1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pentru</a:t>
            </a:r>
            <a:r>
              <a:rPr lang="en-US" sz="2400" b="1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 30 de </a:t>
            </a:r>
            <a:r>
              <a:rPr lang="en-US" sz="2400" b="1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secunde</a:t>
            </a:r>
            <a:endParaRPr lang="en-US" sz="2400" b="1" i="0" u="none" strike="noStrike" cap="none" dirty="0">
              <a:solidFill>
                <a:srgbClr val="F9F6FF"/>
              </a:solidFill>
              <a:latin typeface="Inclusive Sans"/>
              <a:ea typeface="Inclusive Sans"/>
              <a:cs typeface="Inclusive Sans"/>
              <a:sym typeface="Inclusive Sans"/>
            </a:endParaRPr>
          </a:p>
        </p:txBody>
      </p:sp>
      <p:sp>
        <p:nvSpPr>
          <p:cNvPr id="5" name="Google Shape;324;p22">
            <a:extLst>
              <a:ext uri="{FF2B5EF4-FFF2-40B4-BE49-F238E27FC236}">
                <a16:creationId xmlns:a16="http://schemas.microsoft.com/office/drawing/2014/main" id="{63A7EC47-76DD-AAA5-359F-85CE50DC67B3}"/>
              </a:ext>
            </a:extLst>
          </p:cNvPr>
          <p:cNvSpPr txBox="1"/>
          <p:nvPr/>
        </p:nvSpPr>
        <p:spPr>
          <a:xfrm>
            <a:off x="10136841" y="3532723"/>
            <a:ext cx="5448300" cy="7017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342900" marR="0" lvl="0" indent="-342900" algn="l" rtl="0">
              <a:lnSpc>
                <a:spcPct val="119958"/>
              </a:lnSpc>
              <a:spcBef>
                <a:spcPts val="0"/>
              </a:spcBef>
              <a:spcAft>
                <a:spcPts val="0"/>
              </a:spcAft>
              <a:buClr>
                <a:schemeClr val="bg1"/>
              </a:buClr>
              <a:buFont typeface="Wingdings" panose="05000000000000000000" pitchFamily="2" charset="2"/>
              <a:buChar char="Ø"/>
            </a:pPr>
            <a:endParaRPr lang="en-US" sz="2400" b="1" dirty="0">
              <a:solidFill>
                <a:srgbClr val="F9F6FF"/>
              </a:solidFill>
              <a:latin typeface="Inclusive Sans"/>
              <a:cs typeface="Inclusive Sans"/>
              <a:sym typeface="Inclusive Sans"/>
            </a:endParaRPr>
          </a:p>
          <a:p>
            <a:pPr marL="342900" marR="0" lvl="0" indent="-342900" algn="l" rtl="0">
              <a:lnSpc>
                <a:spcPct val="119958"/>
              </a:lnSpc>
              <a:spcBef>
                <a:spcPts val="0"/>
              </a:spcBef>
              <a:spcAft>
                <a:spcPts val="0"/>
              </a:spcAft>
              <a:buClr>
                <a:schemeClr val="bg1"/>
              </a:buClr>
              <a:buFont typeface="Wingdings" panose="05000000000000000000" pitchFamily="2" charset="2"/>
              <a:buChar char="Ø"/>
            </a:pPr>
            <a:endParaRPr lang="en-US" dirty="0"/>
          </a:p>
        </p:txBody>
      </p:sp>
    </p:spTree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2000">
        <p15:prstTrans prst="wind"/>
      </p:transition>
    </mc:Choice>
    <mc:Fallback xmlns="">
      <p:transition spd="slow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324;p22">
            <a:extLst>
              <a:ext uri="{FF2B5EF4-FFF2-40B4-BE49-F238E27FC236}">
                <a16:creationId xmlns:a16="http://schemas.microsoft.com/office/drawing/2014/main" id="{7F0B0AFA-AEEF-125C-2685-797EA0B16D48}"/>
              </a:ext>
            </a:extLst>
          </p:cNvPr>
          <p:cNvSpPr txBox="1"/>
          <p:nvPr/>
        </p:nvSpPr>
        <p:spPr>
          <a:xfrm>
            <a:off x="1887102" y="3300615"/>
            <a:ext cx="11868086" cy="48751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342900" lvl="0" indent="-342900">
              <a:lnSpc>
                <a:spcPct val="119958"/>
              </a:lnSpc>
              <a:buClr>
                <a:schemeClr val="bg1"/>
              </a:buClr>
              <a:buFont typeface="Wingdings" panose="05000000000000000000" pitchFamily="2" charset="2"/>
              <a:buChar char="Ø"/>
            </a:pPr>
            <a:r>
              <a:rPr lang="en-US" sz="2400" b="1" dirty="0" err="1">
                <a:solidFill>
                  <a:schemeClr val="bg1"/>
                </a:solidFill>
              </a:rPr>
              <a:t>Monitorizarea</a:t>
            </a:r>
            <a:r>
              <a:rPr lang="en-US" sz="2400" b="1" dirty="0">
                <a:solidFill>
                  <a:schemeClr val="bg1"/>
                </a:solidFill>
              </a:rPr>
              <a:t> </a:t>
            </a:r>
            <a:r>
              <a:rPr lang="en-US" sz="2400" b="1" dirty="0" err="1">
                <a:solidFill>
                  <a:schemeClr val="bg1"/>
                </a:solidFill>
              </a:rPr>
              <a:t>Resurselor</a:t>
            </a:r>
            <a:r>
              <a:rPr lang="en-US" sz="2400" b="1" dirty="0">
                <a:solidFill>
                  <a:schemeClr val="bg1"/>
                </a:solidFill>
              </a:rPr>
              <a:t> </a:t>
            </a:r>
            <a:r>
              <a:rPr lang="en-US" sz="2400" b="1" dirty="0" err="1">
                <a:solidFill>
                  <a:schemeClr val="bg1"/>
                </a:solidFill>
              </a:rPr>
              <a:t>în</a:t>
            </a:r>
            <a:r>
              <a:rPr lang="en-US" sz="2400" b="1" dirty="0">
                <a:solidFill>
                  <a:schemeClr val="bg1"/>
                </a:solidFill>
              </a:rPr>
              <a:t> Timp real: </a:t>
            </a:r>
            <a:r>
              <a:rPr lang="en-US" sz="2400" b="1" dirty="0" err="1">
                <a:solidFill>
                  <a:schemeClr val="bg1"/>
                </a:solidFill>
              </a:rPr>
              <a:t>Interogarea</a:t>
            </a:r>
            <a:r>
              <a:rPr lang="en-US" sz="2400" b="1" dirty="0">
                <a:solidFill>
                  <a:schemeClr val="bg1"/>
                </a:solidFill>
              </a:rPr>
              <a:t> </a:t>
            </a:r>
            <a:r>
              <a:rPr lang="en-US" sz="2400" b="1" dirty="0" err="1">
                <a:solidFill>
                  <a:schemeClr val="bg1"/>
                </a:solidFill>
              </a:rPr>
              <a:t>numărul</a:t>
            </a:r>
            <a:r>
              <a:rPr lang="en-US" sz="2400" b="1" dirty="0">
                <a:solidFill>
                  <a:schemeClr val="bg1"/>
                </a:solidFill>
              </a:rPr>
              <a:t> de </a:t>
            </a:r>
            <a:r>
              <a:rPr lang="en-US" sz="2400" b="1" dirty="0" err="1">
                <a:solidFill>
                  <a:schemeClr val="bg1"/>
                </a:solidFill>
              </a:rPr>
              <a:t>clienți</a:t>
            </a:r>
            <a:r>
              <a:rPr lang="en-US" sz="2400" b="1" dirty="0">
                <a:solidFill>
                  <a:schemeClr val="bg1"/>
                </a:solidFill>
              </a:rPr>
              <a:t> </a:t>
            </a:r>
            <a:r>
              <a:rPr lang="en-US" sz="2400" b="1" dirty="0" err="1">
                <a:solidFill>
                  <a:schemeClr val="bg1"/>
                </a:solidFill>
              </a:rPr>
              <a:t>conectați</a:t>
            </a:r>
            <a:r>
              <a:rPr lang="en-US" sz="2400" b="1" dirty="0">
                <a:solidFill>
                  <a:schemeClr val="bg1"/>
                </a:solidFill>
              </a:rPr>
              <a:t> </a:t>
            </a:r>
            <a:r>
              <a:rPr lang="en-US" sz="2400" b="1" dirty="0" err="1">
                <a:solidFill>
                  <a:schemeClr val="bg1"/>
                </a:solidFill>
              </a:rPr>
              <a:t>simultan</a:t>
            </a:r>
            <a:r>
              <a:rPr lang="en-US" sz="2400" b="1" dirty="0">
                <a:solidFill>
                  <a:schemeClr val="bg1"/>
                </a:solidFill>
              </a:rPr>
              <a:t> </a:t>
            </a:r>
          </a:p>
          <a:p>
            <a:pPr marL="342900" lvl="0" indent="-342900">
              <a:lnSpc>
                <a:spcPct val="119958"/>
              </a:lnSpc>
              <a:buClr>
                <a:schemeClr val="bg1"/>
              </a:buClr>
              <a:buFont typeface="Wingdings" panose="05000000000000000000" pitchFamily="2" charset="2"/>
              <a:buChar char="Ø"/>
            </a:pPr>
            <a:endParaRPr lang="en-US" sz="2400" b="1" dirty="0">
              <a:solidFill>
                <a:schemeClr val="bg1"/>
              </a:solidFill>
            </a:endParaRPr>
          </a:p>
          <a:p>
            <a:pPr marL="342900" lvl="0" indent="-342900">
              <a:lnSpc>
                <a:spcPct val="119958"/>
              </a:lnSpc>
              <a:buClr>
                <a:schemeClr val="bg1"/>
              </a:buClr>
              <a:buFont typeface="Wingdings" panose="05000000000000000000" pitchFamily="2" charset="2"/>
              <a:buChar char="Ø"/>
            </a:pPr>
            <a:r>
              <a:rPr lang="en-US" sz="2400" b="1" dirty="0" err="1">
                <a:solidFill>
                  <a:schemeClr val="bg1"/>
                </a:solidFill>
              </a:rPr>
              <a:t>Statistici</a:t>
            </a:r>
            <a:r>
              <a:rPr lang="en-US" sz="2400" b="1" dirty="0">
                <a:solidFill>
                  <a:schemeClr val="bg1"/>
                </a:solidFill>
              </a:rPr>
              <a:t>: </a:t>
            </a:r>
            <a:r>
              <a:rPr lang="en-US" sz="2400" b="1" dirty="0" err="1">
                <a:solidFill>
                  <a:schemeClr val="bg1"/>
                </a:solidFill>
              </a:rPr>
              <a:t>Calcularea</a:t>
            </a:r>
            <a:r>
              <a:rPr lang="en-US" sz="2400" b="1" dirty="0">
                <a:solidFill>
                  <a:schemeClr val="bg1"/>
                </a:solidFill>
              </a:rPr>
              <a:t> </a:t>
            </a:r>
            <a:r>
              <a:rPr lang="en-US" sz="2400" b="1" dirty="0" err="1">
                <a:solidFill>
                  <a:schemeClr val="bg1"/>
                </a:solidFill>
              </a:rPr>
              <a:t>timpului</a:t>
            </a:r>
            <a:r>
              <a:rPr lang="en-US" sz="2400" b="1" dirty="0">
                <a:solidFill>
                  <a:schemeClr val="bg1"/>
                </a:solidFill>
              </a:rPr>
              <a:t> </a:t>
            </a:r>
            <a:r>
              <a:rPr lang="en-US" sz="2400" b="1" dirty="0" err="1">
                <a:solidFill>
                  <a:schemeClr val="bg1"/>
                </a:solidFill>
              </a:rPr>
              <a:t>mediu</a:t>
            </a:r>
            <a:r>
              <a:rPr lang="en-US" sz="2400" b="1" dirty="0">
                <a:solidFill>
                  <a:schemeClr val="bg1"/>
                </a:solidFill>
              </a:rPr>
              <a:t> de </a:t>
            </a:r>
            <a:r>
              <a:rPr lang="en-US" sz="2400" b="1" dirty="0" err="1">
                <a:solidFill>
                  <a:schemeClr val="bg1"/>
                </a:solidFill>
              </a:rPr>
              <a:t>execuție</a:t>
            </a:r>
            <a:r>
              <a:rPr lang="en-US" sz="2400" b="1" dirty="0">
                <a:solidFill>
                  <a:schemeClr val="bg1"/>
                </a:solidFill>
              </a:rPr>
              <a:t> per test </a:t>
            </a:r>
            <a:r>
              <a:rPr lang="en-US" sz="2400" b="1" dirty="0" err="1">
                <a:solidFill>
                  <a:schemeClr val="bg1"/>
                </a:solidFill>
              </a:rPr>
              <a:t>și</a:t>
            </a:r>
            <a:r>
              <a:rPr lang="en-US" sz="2400" b="1" dirty="0">
                <a:solidFill>
                  <a:schemeClr val="bg1"/>
                </a:solidFill>
              </a:rPr>
              <a:t> rata de </a:t>
            </a:r>
            <a:r>
              <a:rPr lang="en-US" sz="2400" b="1" dirty="0" err="1">
                <a:solidFill>
                  <a:schemeClr val="bg1"/>
                </a:solidFill>
              </a:rPr>
              <a:t>succes</a:t>
            </a:r>
            <a:r>
              <a:rPr lang="en-US" sz="2400" b="1" dirty="0">
                <a:solidFill>
                  <a:schemeClr val="bg1"/>
                </a:solidFill>
              </a:rPr>
              <a:t> a </a:t>
            </a:r>
            <a:r>
              <a:rPr lang="en-US" sz="2400" b="1" dirty="0" err="1">
                <a:solidFill>
                  <a:schemeClr val="bg1"/>
                </a:solidFill>
              </a:rPr>
              <a:t>motorului</a:t>
            </a:r>
            <a:r>
              <a:rPr lang="en-US" sz="2400" b="1" dirty="0">
                <a:solidFill>
                  <a:schemeClr val="bg1"/>
                </a:solidFill>
              </a:rPr>
              <a:t> OpenCV </a:t>
            </a:r>
          </a:p>
          <a:p>
            <a:pPr marL="342900" lvl="0" indent="-342900">
              <a:lnSpc>
                <a:spcPct val="119958"/>
              </a:lnSpc>
              <a:buClr>
                <a:schemeClr val="bg1"/>
              </a:buClr>
              <a:buFont typeface="Wingdings" panose="05000000000000000000" pitchFamily="2" charset="2"/>
              <a:buChar char="Ø"/>
            </a:pPr>
            <a:endParaRPr lang="en-US" sz="2400" b="1" dirty="0">
              <a:solidFill>
                <a:schemeClr val="bg1"/>
              </a:solidFill>
            </a:endParaRPr>
          </a:p>
          <a:p>
            <a:pPr marL="342900" lvl="0" indent="-342900">
              <a:lnSpc>
                <a:spcPct val="119958"/>
              </a:lnSpc>
              <a:buClr>
                <a:schemeClr val="bg1"/>
              </a:buClr>
              <a:buFont typeface="Wingdings" panose="05000000000000000000" pitchFamily="2" charset="2"/>
              <a:buChar char="Ø"/>
            </a:pPr>
            <a:r>
              <a:rPr lang="en-US" sz="2400" b="1" dirty="0" err="1">
                <a:solidFill>
                  <a:schemeClr val="bg1"/>
                </a:solidFill>
              </a:rPr>
              <a:t>Istoric</a:t>
            </a:r>
            <a:r>
              <a:rPr lang="en-US" sz="2400" b="1" dirty="0">
                <a:solidFill>
                  <a:schemeClr val="bg1"/>
                </a:solidFill>
              </a:rPr>
              <a:t>: </a:t>
            </a:r>
            <a:r>
              <a:rPr lang="en-US" sz="2400" b="1" dirty="0" err="1">
                <a:solidFill>
                  <a:schemeClr val="bg1"/>
                </a:solidFill>
              </a:rPr>
              <a:t>Istoricul</a:t>
            </a:r>
            <a:r>
              <a:rPr lang="en-US" sz="2400" b="1" dirty="0">
                <a:solidFill>
                  <a:schemeClr val="bg1"/>
                </a:solidFill>
              </a:rPr>
              <a:t> </a:t>
            </a:r>
            <a:r>
              <a:rPr lang="en-US" sz="2400" b="1" dirty="0" err="1">
                <a:solidFill>
                  <a:schemeClr val="bg1"/>
                </a:solidFill>
              </a:rPr>
              <a:t>ultimelor</a:t>
            </a:r>
            <a:r>
              <a:rPr lang="en-US" sz="2400" b="1" dirty="0">
                <a:solidFill>
                  <a:schemeClr val="bg1"/>
                </a:solidFill>
              </a:rPr>
              <a:t> note </a:t>
            </a:r>
            <a:r>
              <a:rPr lang="en-US" sz="2400" b="1" dirty="0" err="1">
                <a:solidFill>
                  <a:schemeClr val="bg1"/>
                </a:solidFill>
              </a:rPr>
              <a:t>acordate</a:t>
            </a:r>
            <a:r>
              <a:rPr lang="en-US" sz="2400" b="1" dirty="0">
                <a:solidFill>
                  <a:schemeClr val="bg1"/>
                </a:solidFill>
              </a:rPr>
              <a:t> </a:t>
            </a:r>
            <a:r>
              <a:rPr lang="en-US" sz="2400" b="1" dirty="0" err="1">
                <a:solidFill>
                  <a:schemeClr val="bg1"/>
                </a:solidFill>
              </a:rPr>
              <a:t>cât</a:t>
            </a:r>
            <a:r>
              <a:rPr lang="en-US" sz="2400" b="1" dirty="0">
                <a:solidFill>
                  <a:schemeClr val="bg1"/>
                </a:solidFill>
              </a:rPr>
              <a:t> </a:t>
            </a:r>
            <a:r>
              <a:rPr lang="en-US" sz="2400" b="1" dirty="0" err="1">
                <a:solidFill>
                  <a:schemeClr val="bg1"/>
                </a:solidFill>
              </a:rPr>
              <a:t>și</a:t>
            </a:r>
            <a:r>
              <a:rPr lang="en-US" sz="2400" b="1" dirty="0">
                <a:solidFill>
                  <a:schemeClr val="bg1"/>
                </a:solidFill>
              </a:rPr>
              <a:t> </a:t>
            </a:r>
            <a:r>
              <a:rPr lang="en-US" sz="2400" b="1" dirty="0" err="1">
                <a:solidFill>
                  <a:schemeClr val="bg1"/>
                </a:solidFill>
              </a:rPr>
              <a:t>posibilitatea</a:t>
            </a:r>
            <a:r>
              <a:rPr lang="en-US" sz="2400" b="1" dirty="0">
                <a:solidFill>
                  <a:schemeClr val="bg1"/>
                </a:solidFill>
              </a:rPr>
              <a:t> de a </a:t>
            </a:r>
            <a:r>
              <a:rPr lang="en-US" sz="2400" b="1" dirty="0" err="1">
                <a:solidFill>
                  <a:schemeClr val="bg1"/>
                </a:solidFill>
              </a:rPr>
              <a:t>vedea</a:t>
            </a:r>
            <a:r>
              <a:rPr lang="en-US" sz="2400" b="1" dirty="0">
                <a:solidFill>
                  <a:schemeClr val="bg1"/>
                </a:solidFill>
              </a:rPr>
              <a:t> </a:t>
            </a:r>
            <a:r>
              <a:rPr lang="en-US" sz="2400" b="1" dirty="0" err="1">
                <a:solidFill>
                  <a:schemeClr val="bg1"/>
                </a:solidFill>
              </a:rPr>
              <a:t>procesul</a:t>
            </a:r>
            <a:r>
              <a:rPr lang="en-US" sz="2400" b="1" dirty="0">
                <a:solidFill>
                  <a:schemeClr val="bg1"/>
                </a:solidFill>
              </a:rPr>
              <a:t> care </a:t>
            </a:r>
            <a:r>
              <a:rPr lang="en-US" sz="2400" b="1" dirty="0" err="1">
                <a:solidFill>
                  <a:schemeClr val="bg1"/>
                </a:solidFill>
              </a:rPr>
              <a:t>executa</a:t>
            </a:r>
            <a:r>
              <a:rPr lang="en-US" sz="2400" b="1" dirty="0">
                <a:solidFill>
                  <a:schemeClr val="bg1"/>
                </a:solidFill>
              </a:rPr>
              <a:t> </a:t>
            </a:r>
            <a:r>
              <a:rPr lang="en-US" sz="2400" b="1" dirty="0" err="1">
                <a:solidFill>
                  <a:schemeClr val="bg1"/>
                </a:solidFill>
              </a:rPr>
              <a:t>acum</a:t>
            </a:r>
            <a:r>
              <a:rPr lang="en-US" sz="2400" b="1" dirty="0">
                <a:solidFill>
                  <a:schemeClr val="bg1"/>
                </a:solidFill>
              </a:rPr>
              <a:t> </a:t>
            </a:r>
          </a:p>
          <a:p>
            <a:pPr marL="342900" lvl="0" indent="-342900">
              <a:lnSpc>
                <a:spcPct val="119958"/>
              </a:lnSpc>
              <a:buClr>
                <a:schemeClr val="bg1"/>
              </a:buClr>
              <a:buFont typeface="Wingdings" panose="05000000000000000000" pitchFamily="2" charset="2"/>
              <a:buChar char="Ø"/>
            </a:pPr>
            <a:endParaRPr lang="en-US" sz="2400" b="1" dirty="0">
              <a:solidFill>
                <a:schemeClr val="bg1"/>
              </a:solidFill>
            </a:endParaRPr>
          </a:p>
          <a:p>
            <a:pPr marL="342900" lvl="0" indent="-342900">
              <a:lnSpc>
                <a:spcPct val="119958"/>
              </a:lnSpc>
              <a:buClr>
                <a:schemeClr val="bg1"/>
              </a:buClr>
              <a:buFont typeface="Wingdings" panose="05000000000000000000" pitchFamily="2" charset="2"/>
              <a:buChar char="Ø"/>
            </a:pPr>
            <a:r>
              <a:rPr lang="en-US" sz="2400" b="1" dirty="0" err="1">
                <a:solidFill>
                  <a:schemeClr val="bg1"/>
                </a:solidFill>
              </a:rPr>
              <a:t>Oprirea</a:t>
            </a:r>
            <a:r>
              <a:rPr lang="en-US" sz="2400" b="1" dirty="0">
                <a:solidFill>
                  <a:schemeClr val="bg1"/>
                </a:solidFill>
              </a:rPr>
              <a:t> </a:t>
            </a:r>
            <a:r>
              <a:rPr lang="en-US" sz="2400" b="1" dirty="0" err="1">
                <a:solidFill>
                  <a:schemeClr val="bg1"/>
                </a:solidFill>
              </a:rPr>
              <a:t>Sincrona</a:t>
            </a:r>
            <a:r>
              <a:rPr lang="en-US" sz="2400" b="1" dirty="0">
                <a:solidFill>
                  <a:schemeClr val="bg1"/>
                </a:solidFill>
              </a:rPr>
              <a:t>: </a:t>
            </a:r>
            <a:r>
              <a:rPr lang="en-US" sz="2400" b="1" dirty="0" err="1">
                <a:solidFill>
                  <a:schemeClr val="bg1"/>
                </a:solidFill>
              </a:rPr>
              <a:t>Comanda</a:t>
            </a:r>
            <a:r>
              <a:rPr lang="en-US" sz="2400" b="1" dirty="0">
                <a:solidFill>
                  <a:schemeClr val="bg1"/>
                </a:solidFill>
              </a:rPr>
              <a:t> de </a:t>
            </a:r>
            <a:r>
              <a:rPr lang="en-US" sz="2400" b="1" dirty="0" err="1">
                <a:solidFill>
                  <a:schemeClr val="bg1"/>
                </a:solidFill>
              </a:rPr>
              <a:t>oprire</a:t>
            </a:r>
            <a:r>
              <a:rPr lang="en-US" sz="2400" b="1" dirty="0">
                <a:solidFill>
                  <a:schemeClr val="bg1"/>
                </a:solidFill>
              </a:rPr>
              <a:t> care </a:t>
            </a:r>
            <a:r>
              <a:rPr lang="en-US" sz="2400" b="1" dirty="0" err="1">
                <a:solidFill>
                  <a:schemeClr val="bg1"/>
                </a:solidFill>
              </a:rPr>
              <a:t>declanșează</a:t>
            </a:r>
            <a:r>
              <a:rPr lang="en-US" sz="2400" b="1" dirty="0">
                <a:solidFill>
                  <a:schemeClr val="bg1"/>
                </a:solidFill>
              </a:rPr>
              <a:t> un </a:t>
            </a:r>
            <a:r>
              <a:rPr lang="en-US" sz="2400" b="1" dirty="0" err="1">
                <a:solidFill>
                  <a:schemeClr val="bg1"/>
                </a:solidFill>
              </a:rPr>
              <a:t>semnal</a:t>
            </a:r>
            <a:r>
              <a:rPr lang="en-US" sz="2400" b="1" dirty="0">
                <a:solidFill>
                  <a:schemeClr val="bg1"/>
                </a:solidFill>
              </a:rPr>
              <a:t> </a:t>
            </a:r>
            <a:r>
              <a:rPr lang="en-US" sz="2400" b="1" dirty="0" err="1">
                <a:solidFill>
                  <a:schemeClr val="bg1"/>
                </a:solidFill>
              </a:rPr>
              <a:t>și</a:t>
            </a:r>
            <a:r>
              <a:rPr lang="en-US" sz="2400" b="1" dirty="0">
                <a:solidFill>
                  <a:schemeClr val="bg1"/>
                </a:solidFill>
              </a:rPr>
              <a:t> </a:t>
            </a:r>
            <a:r>
              <a:rPr lang="en-US" sz="2400" b="1" dirty="0" err="1">
                <a:solidFill>
                  <a:schemeClr val="bg1"/>
                </a:solidFill>
              </a:rPr>
              <a:t>închide</a:t>
            </a:r>
            <a:r>
              <a:rPr lang="en-US" sz="2400" b="1" dirty="0">
                <a:solidFill>
                  <a:schemeClr val="bg1"/>
                </a:solidFill>
              </a:rPr>
              <a:t> </a:t>
            </a:r>
            <a:r>
              <a:rPr lang="en-US" sz="2400" b="1" dirty="0" err="1">
                <a:solidFill>
                  <a:schemeClr val="bg1"/>
                </a:solidFill>
              </a:rPr>
              <a:t>curat</a:t>
            </a:r>
            <a:r>
              <a:rPr lang="en-US" sz="2400" b="1" dirty="0">
                <a:solidFill>
                  <a:schemeClr val="bg1"/>
                </a:solidFill>
              </a:rPr>
              <a:t> </a:t>
            </a:r>
            <a:r>
              <a:rPr lang="en-US" sz="2400" b="1" dirty="0" err="1">
                <a:solidFill>
                  <a:schemeClr val="bg1"/>
                </a:solidFill>
              </a:rPr>
              <a:t>toate</a:t>
            </a:r>
            <a:r>
              <a:rPr lang="en-US" sz="2400" b="1" dirty="0">
                <a:solidFill>
                  <a:schemeClr val="bg1"/>
                </a:solidFill>
              </a:rPr>
              <a:t> </a:t>
            </a:r>
            <a:r>
              <a:rPr lang="en-US" sz="2400" b="1" dirty="0" err="1">
                <a:solidFill>
                  <a:schemeClr val="bg1"/>
                </a:solidFill>
              </a:rPr>
              <a:t>firele</a:t>
            </a:r>
            <a:r>
              <a:rPr lang="en-US" sz="2400" b="1" dirty="0">
                <a:solidFill>
                  <a:schemeClr val="bg1"/>
                </a:solidFill>
              </a:rPr>
              <a:t> </a:t>
            </a:r>
            <a:r>
              <a:rPr lang="en-US" sz="2400" b="1" dirty="0" err="1">
                <a:solidFill>
                  <a:schemeClr val="bg1"/>
                </a:solidFill>
              </a:rPr>
              <a:t>și</a:t>
            </a:r>
            <a:r>
              <a:rPr lang="en-US" sz="2400" b="1" dirty="0">
                <a:solidFill>
                  <a:schemeClr val="bg1"/>
                </a:solidFill>
              </a:rPr>
              <a:t> </a:t>
            </a:r>
            <a:r>
              <a:rPr lang="en-US" sz="2400" b="1" dirty="0" err="1">
                <a:solidFill>
                  <a:schemeClr val="bg1"/>
                </a:solidFill>
              </a:rPr>
              <a:t>eliberează</a:t>
            </a:r>
            <a:r>
              <a:rPr lang="en-US" sz="2400" b="1" dirty="0">
                <a:solidFill>
                  <a:schemeClr val="bg1"/>
                </a:solidFill>
              </a:rPr>
              <a:t> memoria</a:t>
            </a:r>
            <a:endParaRPr lang="en-US" sz="2400" b="1" i="0" u="none" strike="noStrike" cap="none" dirty="0">
              <a:solidFill>
                <a:schemeClr val="bg1"/>
              </a:solidFill>
              <a:latin typeface="Inclusive Sans"/>
              <a:ea typeface="Inclusive Sans"/>
              <a:cs typeface="Inclusive Sans"/>
              <a:sym typeface="Inclusive Sans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708051A-442A-0E5C-E989-B825D055506E}"/>
              </a:ext>
            </a:extLst>
          </p:cNvPr>
          <p:cNvSpPr txBox="1"/>
          <p:nvPr/>
        </p:nvSpPr>
        <p:spPr>
          <a:xfrm>
            <a:off x="3237575" y="1285752"/>
            <a:ext cx="11812849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b="1" dirty="0" err="1">
                <a:solidFill>
                  <a:srgbClr val="7030A0"/>
                </a:solidFill>
              </a:rPr>
              <a:t>Funcționalitățile</a:t>
            </a:r>
            <a:r>
              <a:rPr lang="en-US" sz="4000" b="1" dirty="0">
                <a:solidFill>
                  <a:srgbClr val="7030A0"/>
                </a:solidFill>
              </a:rPr>
              <a:t> </a:t>
            </a:r>
            <a:r>
              <a:rPr lang="en-US" sz="4000" b="1" dirty="0" err="1">
                <a:solidFill>
                  <a:srgbClr val="7030A0"/>
                </a:solidFill>
              </a:rPr>
              <a:t>și</a:t>
            </a:r>
            <a:r>
              <a:rPr lang="en-US" sz="4000" b="1" dirty="0">
                <a:solidFill>
                  <a:srgbClr val="7030A0"/>
                </a:solidFill>
              </a:rPr>
              <a:t> </a:t>
            </a:r>
            <a:r>
              <a:rPr lang="en-US" sz="4000" b="1" dirty="0" err="1">
                <a:solidFill>
                  <a:srgbClr val="7030A0"/>
                </a:solidFill>
              </a:rPr>
              <a:t>Comenzile</a:t>
            </a:r>
            <a:r>
              <a:rPr lang="en-US" sz="4000" b="1" dirty="0">
                <a:solidFill>
                  <a:srgbClr val="7030A0"/>
                </a:solidFill>
              </a:rPr>
              <a:t> </a:t>
            </a:r>
            <a:r>
              <a:rPr lang="en-US" sz="4000" b="1" dirty="0" err="1">
                <a:solidFill>
                  <a:srgbClr val="7030A0"/>
                </a:solidFill>
              </a:rPr>
              <a:t>Administratorului</a:t>
            </a:r>
            <a:endParaRPr lang="en-US" sz="4000" b="1" dirty="0">
              <a:solidFill>
                <a:srgbClr val="7030A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86568222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500">
        <p:checker/>
      </p:transition>
    </mc:Choice>
    <mc:Fallback xmlns="">
      <p:transition spd="slow">
        <p:checker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0D39"/>
        </a:solidFill>
        <a:effectLst/>
      </p:bgPr>
    </p:bg>
    <p:spTree>
      <p:nvGrpSpPr>
        <p:cNvPr id="1" name="Shape 3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53" name="Google Shape;353;p24"/>
          <p:cNvPicPr preferRelativeResize="0"/>
          <p:nvPr/>
        </p:nvPicPr>
        <p:blipFill rotWithShape="1">
          <a:blip r:embed="rId3">
            <a:alphaModFix/>
          </a:blip>
          <a:srcRect l="12157"/>
          <a:stretch/>
        </p:blipFill>
        <p:spPr>
          <a:xfrm>
            <a:off x="0" y="0"/>
            <a:ext cx="8398601" cy="10287001"/>
          </a:xfrm>
          <a:prstGeom prst="rect">
            <a:avLst/>
          </a:prstGeom>
          <a:noFill/>
          <a:ln>
            <a:noFill/>
          </a:ln>
        </p:spPr>
      </p:pic>
      <p:sp>
        <p:nvSpPr>
          <p:cNvPr id="354" name="Google Shape;354;p24"/>
          <p:cNvSpPr txBox="1"/>
          <p:nvPr/>
        </p:nvSpPr>
        <p:spPr>
          <a:xfrm>
            <a:off x="10170838" y="3315499"/>
            <a:ext cx="7675202" cy="36560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000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199" b="0" i="0" u="none" strike="noStrike" cap="none" dirty="0" err="1">
                <a:solidFill>
                  <a:srgbClr val="FFFFFF"/>
                </a:solidFill>
                <a:latin typeface="Merriweather Sans Light"/>
                <a:ea typeface="Merriweather Sans Light"/>
                <a:cs typeface="Merriweather Sans Light"/>
                <a:sym typeface="Merriweather Sans Light"/>
              </a:rPr>
              <a:t>Mulțumim</a:t>
            </a:r>
            <a:r>
              <a:rPr lang="en-US" sz="7199" b="0" i="0" u="none" strike="noStrike" cap="none" dirty="0">
                <a:solidFill>
                  <a:srgbClr val="FFFFFF"/>
                </a:solidFill>
                <a:latin typeface="Merriweather Sans Light"/>
                <a:ea typeface="Merriweather Sans Light"/>
                <a:cs typeface="Merriweather Sans Light"/>
                <a:sym typeface="Merriweather Sans Light"/>
              </a:rPr>
              <a:t> </a:t>
            </a:r>
            <a:r>
              <a:rPr lang="en-US" sz="7199" b="0" i="0" u="none" strike="noStrike" cap="none" dirty="0" err="1">
                <a:solidFill>
                  <a:srgbClr val="FFFFFF"/>
                </a:solidFill>
                <a:latin typeface="Merriweather Sans Light"/>
                <a:ea typeface="Merriweather Sans Light"/>
                <a:cs typeface="Merriweather Sans Light"/>
                <a:sym typeface="Merriweather Sans Light"/>
              </a:rPr>
              <a:t>pentru</a:t>
            </a:r>
            <a:r>
              <a:rPr lang="en-US" sz="7199" b="0" i="0" u="none" strike="noStrike" cap="none" dirty="0">
                <a:solidFill>
                  <a:srgbClr val="FFFFFF"/>
                </a:solidFill>
                <a:latin typeface="Merriweather Sans Light"/>
                <a:ea typeface="Merriweather Sans Light"/>
                <a:cs typeface="Merriweather Sans Light"/>
                <a:sym typeface="Merriweather Sans Light"/>
              </a:rPr>
              <a:t> </a:t>
            </a:r>
            <a:r>
              <a:rPr lang="en-US" sz="7199" b="0" i="0" u="none" strike="noStrike" cap="none" dirty="0" err="1">
                <a:solidFill>
                  <a:srgbClr val="FFFFFF"/>
                </a:solidFill>
                <a:latin typeface="Merriweather Sans Light"/>
                <a:ea typeface="Merriweather Sans Light"/>
                <a:cs typeface="Merriweather Sans Light"/>
                <a:sym typeface="Merriweather Sans Light"/>
              </a:rPr>
              <a:t>atenția</a:t>
            </a:r>
            <a:r>
              <a:rPr lang="en-US" sz="7199" b="0" i="0" u="none" strike="noStrike" cap="none" dirty="0">
                <a:solidFill>
                  <a:srgbClr val="FFFFFF"/>
                </a:solidFill>
                <a:latin typeface="Merriweather Sans Light"/>
                <a:ea typeface="Merriweather Sans Light"/>
                <a:cs typeface="Merriweather Sans Light"/>
                <a:sym typeface="Merriweather Sans Light"/>
              </a:rPr>
              <a:t> </a:t>
            </a:r>
            <a:r>
              <a:rPr lang="en-US" sz="7199" b="0" i="0" u="none" strike="noStrike" cap="none" dirty="0" err="1">
                <a:solidFill>
                  <a:srgbClr val="FFFFFF"/>
                </a:solidFill>
                <a:latin typeface="Merriweather Sans Light"/>
                <a:ea typeface="Merriweather Sans Light"/>
                <a:cs typeface="Merriweather Sans Light"/>
                <a:sym typeface="Merriweather Sans Light"/>
              </a:rPr>
              <a:t>acordată</a:t>
            </a:r>
            <a:endParaRPr lang="en-US" dirty="0"/>
          </a:p>
        </p:txBody>
      </p:sp>
      <p:sp>
        <p:nvSpPr>
          <p:cNvPr id="364" name="Google Shape;364;p24"/>
          <p:cNvSpPr txBox="1"/>
          <p:nvPr/>
        </p:nvSpPr>
        <p:spPr>
          <a:xfrm>
            <a:off x="381000" y="9614535"/>
            <a:ext cx="4314825" cy="2914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sng" strike="noStrike" cap="none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  <a:hlinkClick r:id="rId4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Back to overview page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4400">
        <p14:honeycomb/>
      </p:transition>
    </mc:Choice>
    <mc:Fallback xmlns=""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335</TotalTime>
  <Words>688</Words>
  <Application>Microsoft Office PowerPoint</Application>
  <PresentationFormat>Particularizare</PresentationFormat>
  <Paragraphs>128</Paragraphs>
  <Slides>12</Slides>
  <Notes>11</Notes>
  <HiddenSlides>0</HiddenSlides>
  <MMClips>0</MMClips>
  <ScaleCrop>false</ScaleCrop>
  <HeadingPairs>
    <vt:vector size="6" baseType="variant">
      <vt:variant>
        <vt:lpstr>Fonturi utilizate</vt:lpstr>
      </vt:variant>
      <vt:variant>
        <vt:i4>6</vt:i4>
      </vt:variant>
      <vt:variant>
        <vt:lpstr>Temă</vt:lpstr>
      </vt:variant>
      <vt:variant>
        <vt:i4>1</vt:i4>
      </vt:variant>
      <vt:variant>
        <vt:lpstr>Titluri diapozitive</vt:lpstr>
      </vt:variant>
      <vt:variant>
        <vt:i4>12</vt:i4>
      </vt:variant>
    </vt:vector>
  </HeadingPairs>
  <TitlesOfParts>
    <vt:vector size="19" baseType="lpstr">
      <vt:lpstr>Arial</vt:lpstr>
      <vt:lpstr>Merriweather Sans Light</vt:lpstr>
      <vt:lpstr>Calibri</vt:lpstr>
      <vt:lpstr>Wingdings</vt:lpstr>
      <vt:lpstr>Merriweather Sans</vt:lpstr>
      <vt:lpstr>Inclusive Sans</vt:lpstr>
      <vt:lpstr>Office Theme</vt:lpstr>
      <vt:lpstr>Prezentare PowerPoint</vt:lpstr>
      <vt:lpstr>Prezentare PowerPoint</vt:lpstr>
      <vt:lpstr>Prezentarea temei </vt:lpstr>
      <vt:lpstr>Prezentare PowerPoint</vt:lpstr>
      <vt:lpstr>Prezentare PowerPoint</vt:lpstr>
      <vt:lpstr>Prezentare PowerPoint</vt:lpstr>
      <vt:lpstr>Prezentare PowerPoint</vt:lpstr>
      <vt:lpstr>Trezirea</vt:lpstr>
      <vt:lpstr>Prezentare PowerPoint</vt:lpstr>
      <vt:lpstr>Prezentare PowerPoint</vt:lpstr>
      <vt:lpstr>Prezentare PowerPoint</vt:lpstr>
      <vt:lpstr>Prezentare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Luky Puky</dc:creator>
  <cp:lastModifiedBy>Alexandru Botiz</cp:lastModifiedBy>
  <cp:revision>62</cp:revision>
  <dcterms:modified xsi:type="dcterms:W3CDTF">2026-06-15T06:14:33Z</dcterms:modified>
</cp:coreProperties>
</file>